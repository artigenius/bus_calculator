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2" r:id="rId2"/>
    <p:sldMasterId id="2147483706" r:id="rId3"/>
    <p:sldMasterId id="2147483735" r:id="rId4"/>
    <p:sldMasterId id="2147483739" r:id="rId5"/>
  </p:sldMasterIdLst>
  <p:notesMasterIdLst>
    <p:notesMasterId r:id="rId23"/>
  </p:notesMasterIdLst>
  <p:sldIdLst>
    <p:sldId id="256" r:id="rId6"/>
    <p:sldId id="7026" r:id="rId7"/>
    <p:sldId id="7052" r:id="rId8"/>
    <p:sldId id="7048" r:id="rId9"/>
    <p:sldId id="7054" r:id="rId10"/>
    <p:sldId id="7045" r:id="rId11"/>
    <p:sldId id="6972" r:id="rId12"/>
    <p:sldId id="7044" r:id="rId13"/>
    <p:sldId id="6949" r:id="rId14"/>
    <p:sldId id="6952" r:id="rId15"/>
    <p:sldId id="7005" r:id="rId16"/>
    <p:sldId id="6953" r:id="rId17"/>
    <p:sldId id="6956" r:id="rId18"/>
    <p:sldId id="7004" r:id="rId19"/>
    <p:sldId id="6983" r:id="rId20"/>
    <p:sldId id="6985" r:id="rId21"/>
    <p:sldId id="7025" r:id="rId2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7A2D9825-F55B-AF42-9B75-2EF464518567}">
          <p14:sldIdLst>
            <p14:sldId id="256"/>
            <p14:sldId id="7026"/>
            <p14:sldId id="7052"/>
            <p14:sldId id="7048"/>
            <p14:sldId id="7054"/>
            <p14:sldId id="7045"/>
            <p14:sldId id="6972"/>
            <p14:sldId id="7044"/>
            <p14:sldId id="6949"/>
            <p14:sldId id="6952"/>
            <p14:sldId id="7005"/>
            <p14:sldId id="6953"/>
            <p14:sldId id="6956"/>
            <p14:sldId id="7004"/>
            <p14:sldId id="6983"/>
            <p14:sldId id="6985"/>
            <p14:sldId id="70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1117"/>
    <a:srgbClr val="121217"/>
    <a:srgbClr val="F2F2F2"/>
    <a:srgbClr val="121116"/>
    <a:srgbClr val="151615"/>
    <a:srgbClr val="F2DEDF"/>
    <a:srgbClr val="E8E6E6"/>
    <a:srgbClr val="D64A4E"/>
    <a:srgbClr val="CA1D65"/>
    <a:srgbClr val="C138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9055"/>
    <p:restoredTop sz="96405"/>
  </p:normalViewPr>
  <p:slideViewPr>
    <p:cSldViewPr snapToGrid="0">
      <p:cViewPr varScale="1">
        <p:scale>
          <a:sx n="84" d="100"/>
          <a:sy n="84" d="100"/>
        </p:scale>
        <p:origin x="192" y="888"/>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B73E8B22-0FEB-2047-B7D5-7D37986A125E}" type="datetimeFigureOut">
              <a:rPr lang="ru-RU" smtClean="0"/>
              <a:pPr/>
              <a:t>03.08.2026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0F661A3B-5D16-6547-93EF-53FFD6AD55A6}" type="slidenum">
              <a:rPr lang="ru-RU" smtClean="0"/>
              <a:pPr/>
              <a:t>‹#›</a:t>
            </a:fld>
            <a:endParaRPr lang="ru-RU" dirty="0"/>
          </a:p>
        </p:txBody>
      </p:sp>
    </p:spTree>
    <p:extLst>
      <p:ext uri="{BB962C8B-B14F-4D97-AF65-F5344CB8AC3E}">
        <p14:creationId xmlns:p14="http://schemas.microsoft.com/office/powerpoint/2010/main" val="2746432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rgbClr val="121117"/>
        </a:solidFill>
        <a:effectLst/>
      </p:bgPr>
    </p:bg>
    <p:spTree>
      <p:nvGrpSpPr>
        <p:cNvPr id="1" name=""/>
        <p:cNvGrpSpPr/>
        <p:nvPr/>
      </p:nvGrpSpPr>
      <p:grpSpPr>
        <a:xfrm>
          <a:off x="0" y="0"/>
          <a:ext cx="0" cy="0"/>
          <a:chOff x="0" y="0"/>
          <a:chExt cx="0" cy="0"/>
        </a:xfrm>
      </p:grpSpPr>
      <p:pic>
        <p:nvPicPr>
          <p:cNvPr id="10" name="Google Shape;1970;p1">
            <a:extLst>
              <a:ext uri="{FF2B5EF4-FFF2-40B4-BE49-F238E27FC236}">
                <a16:creationId xmlns:a16="http://schemas.microsoft.com/office/drawing/2014/main" id="{2D682F47-10A8-484E-F55B-726E38E8B947}"/>
              </a:ext>
            </a:extLst>
          </p:cNvPr>
          <p:cNvPicPr preferRelativeResize="0"/>
          <p:nvPr userDrawn="1"/>
        </p:nvPicPr>
        <p:blipFill rotWithShape="1">
          <a:blip r:embed="rId2">
            <a:alphaModFix/>
          </a:blip>
          <a:srcRect/>
          <a:stretch/>
        </p:blipFill>
        <p:spPr>
          <a:xfrm>
            <a:off x="10204146" y="2394266"/>
            <a:ext cx="1987854" cy="1987854"/>
          </a:xfrm>
          <a:prstGeom prst="rect">
            <a:avLst/>
          </a:prstGeom>
          <a:noFill/>
          <a:ln>
            <a:noFill/>
          </a:ln>
        </p:spPr>
      </p:pic>
      <p:sp>
        <p:nvSpPr>
          <p:cNvPr id="7" name="Google Shape;1968;p1">
            <a:extLst>
              <a:ext uri="{FF2B5EF4-FFF2-40B4-BE49-F238E27FC236}">
                <a16:creationId xmlns:a16="http://schemas.microsoft.com/office/drawing/2014/main" id="{B94B3C17-AEF0-ABAA-E139-BDFC1C6FCB57}"/>
              </a:ext>
            </a:extLst>
          </p:cNvPr>
          <p:cNvSpPr/>
          <p:nvPr userDrawn="1"/>
        </p:nvSpPr>
        <p:spPr>
          <a:xfrm>
            <a:off x="0" y="274322"/>
            <a:ext cx="10141527" cy="63093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Quattrocento Sans"/>
              <a:buNone/>
              <a:tabLst/>
              <a:defRPr/>
            </a:pPr>
            <a:endParaRPr kumimoji="0" sz="1800" b="0" i="0" u="none" strike="noStrike" kern="0" cap="none" spc="0" normalizeH="0" baseline="0" noProof="0" dirty="0">
              <a:ln>
                <a:noFill/>
              </a:ln>
              <a:solidFill>
                <a:srgbClr val="FFFFFF"/>
              </a:solidFill>
              <a:effectLst/>
              <a:uLnTx/>
              <a:uFillTx/>
              <a:latin typeface="Arial" panose="020B0604020202020204" pitchFamily="34" charset="0"/>
              <a:ea typeface="Quattrocento Sans"/>
              <a:cs typeface="Arial" panose="020B0604020202020204" pitchFamily="34" charset="0"/>
              <a:sym typeface="Quattrocento Sans"/>
            </a:endParaRPr>
          </a:p>
        </p:txBody>
      </p:sp>
      <p:pic>
        <p:nvPicPr>
          <p:cNvPr id="8" name="Google Shape;1971;p1">
            <a:extLst>
              <a:ext uri="{FF2B5EF4-FFF2-40B4-BE49-F238E27FC236}">
                <a16:creationId xmlns:a16="http://schemas.microsoft.com/office/drawing/2014/main" id="{1C369B17-ECC5-0FCD-C908-CB08495FDCA6}"/>
              </a:ext>
            </a:extLst>
          </p:cNvPr>
          <p:cNvPicPr preferRelativeResize="0"/>
          <p:nvPr userDrawn="1"/>
        </p:nvPicPr>
        <p:blipFill rotWithShape="1">
          <a:blip r:embed="rId3">
            <a:alphaModFix/>
          </a:blip>
          <a:srcRect/>
          <a:stretch/>
        </p:blipFill>
        <p:spPr>
          <a:xfrm>
            <a:off x="9394517" y="246199"/>
            <a:ext cx="762000" cy="762000"/>
          </a:xfrm>
          <a:prstGeom prst="rect">
            <a:avLst/>
          </a:prstGeom>
          <a:noFill/>
          <a:ln>
            <a:noFill/>
          </a:ln>
        </p:spPr>
      </p:pic>
      <p:pic>
        <p:nvPicPr>
          <p:cNvPr id="9" name="Google Shape;1972;p1">
            <a:extLst>
              <a:ext uri="{FF2B5EF4-FFF2-40B4-BE49-F238E27FC236}">
                <a16:creationId xmlns:a16="http://schemas.microsoft.com/office/drawing/2014/main" id="{982E1CB9-2F81-8BB9-22A3-38EC3E3D480C}"/>
              </a:ext>
            </a:extLst>
          </p:cNvPr>
          <p:cNvPicPr preferRelativeResize="0"/>
          <p:nvPr userDrawn="1"/>
        </p:nvPicPr>
        <p:blipFill rotWithShape="1">
          <a:blip r:embed="rId4">
            <a:alphaModFix/>
          </a:blip>
          <a:srcRect/>
          <a:stretch/>
        </p:blipFill>
        <p:spPr>
          <a:xfrm>
            <a:off x="7646276" y="1932128"/>
            <a:ext cx="4581395" cy="2993744"/>
          </a:xfrm>
          <a:prstGeom prst="rect">
            <a:avLst/>
          </a:prstGeom>
          <a:noFill/>
          <a:ln>
            <a:noFill/>
          </a:ln>
        </p:spPr>
      </p:pic>
      <p:sp>
        <p:nvSpPr>
          <p:cNvPr id="11" name="Заголовок 1">
            <a:extLst>
              <a:ext uri="{FF2B5EF4-FFF2-40B4-BE49-F238E27FC236}">
                <a16:creationId xmlns:a16="http://schemas.microsoft.com/office/drawing/2014/main" id="{F1D9AF42-D1C8-B44F-EF7D-3CCD9B81A4D9}"/>
              </a:ext>
            </a:extLst>
          </p:cNvPr>
          <p:cNvSpPr>
            <a:spLocks noGrp="1"/>
          </p:cNvSpPr>
          <p:nvPr>
            <p:ph type="title" hasCustomPrompt="1"/>
          </p:nvPr>
        </p:nvSpPr>
        <p:spPr>
          <a:xfrm>
            <a:off x="695326" y="2636045"/>
            <a:ext cx="7004823" cy="2843213"/>
          </a:xfrm>
        </p:spPr>
        <p:txBody>
          <a:bodyPr/>
          <a:lstStyle>
            <a:lvl1pPr>
              <a:defRPr sz="3600" b="1" i="0">
                <a:solidFill>
                  <a:schemeClr val="tx1"/>
                </a:solidFill>
                <a:latin typeface="Arial Black" panose="020B0604020202020204" pitchFamily="34" charset="0"/>
                <a:cs typeface="Arial Black" panose="020B0604020202020204" pitchFamily="34" charset="0"/>
              </a:defRPr>
            </a:lvl1pPr>
          </a:lstStyle>
          <a:p>
            <a:r>
              <a:rPr lang="ru-RU" dirty="0"/>
              <a:t>ЦЕПЛЯЮЩЕЕ ОПИСАНИЕ ПРОЕКТА ИЛИ ПРОДУКТА</a:t>
            </a:r>
          </a:p>
        </p:txBody>
      </p:sp>
      <p:sp>
        <p:nvSpPr>
          <p:cNvPr id="12" name="Подзаголовок 2">
            <a:extLst>
              <a:ext uri="{FF2B5EF4-FFF2-40B4-BE49-F238E27FC236}">
                <a16:creationId xmlns:a16="http://schemas.microsoft.com/office/drawing/2014/main" id="{DFABE45B-E590-E45E-7D15-0B6A74259164}"/>
              </a:ext>
            </a:extLst>
          </p:cNvPr>
          <p:cNvSpPr>
            <a:spLocks noGrp="1"/>
          </p:cNvSpPr>
          <p:nvPr>
            <p:ph type="subTitle" idx="1" hasCustomPrompt="1"/>
          </p:nvPr>
        </p:nvSpPr>
        <p:spPr>
          <a:xfrm>
            <a:off x="695325" y="1378742"/>
            <a:ext cx="6185349" cy="992983"/>
          </a:xfrm>
          <a:prstGeom prst="rect">
            <a:avLst/>
          </a:prstGeom>
        </p:spPr>
        <p:txBody>
          <a:bodyPr/>
          <a:lstStyle>
            <a:lvl1pPr marL="0" indent="0" algn="l">
              <a:buNone/>
              <a:defRPr sz="1600" b="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0"/>
              </a:spcBef>
              <a:spcAft>
                <a:spcPts val="0"/>
              </a:spcAft>
              <a:buClr>
                <a:srgbClr val="1D1D1D"/>
              </a:buClr>
              <a:buSzPts val="1400"/>
              <a:buFont typeface="Arial"/>
              <a:buNone/>
              <a:tabLst/>
              <a:defRPr/>
            </a:pPr>
            <a:r>
              <a:rPr kumimoji="0" lang="ru-RU" sz="1600" b="1" i="0" u="none" strike="noStrike" kern="0" cap="none" spc="0" normalizeH="0" baseline="0" noProof="0" dirty="0">
                <a:ln>
                  <a:noFill/>
                </a:ln>
                <a:solidFill>
                  <a:srgbClr val="1D1D1D"/>
                </a:solidFill>
                <a:effectLst/>
                <a:uLnTx/>
                <a:uFillTx/>
                <a:latin typeface="Arial"/>
                <a:ea typeface="Arial"/>
                <a:cs typeface="Arial"/>
                <a:sym typeface="Arial"/>
              </a:rPr>
              <a:t>КОМПЛЕКСНОЕ ПРЕДЛОЖЕНИЕ </a:t>
            </a:r>
            <a:endParaRPr kumimoji="0" lang="ru-RU" sz="16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90000"/>
              </a:lnSpc>
              <a:spcBef>
                <a:spcPts val="0"/>
              </a:spcBef>
              <a:spcAft>
                <a:spcPts val="0"/>
              </a:spcAft>
              <a:buClr>
                <a:srgbClr val="1D1D1D"/>
              </a:buClr>
              <a:buSzPts val="1400"/>
              <a:buFont typeface="Arial"/>
              <a:buNone/>
              <a:tabLst/>
              <a:defRPr/>
            </a:pPr>
            <a:r>
              <a:rPr kumimoji="0" lang="ru-RU" sz="1600" b="1" i="0" u="none" strike="noStrike" kern="0" cap="none" spc="0" normalizeH="0" baseline="0" noProof="0" dirty="0">
                <a:ln>
                  <a:noFill/>
                </a:ln>
                <a:solidFill>
                  <a:srgbClr val="1D1D1D"/>
                </a:solidFill>
                <a:effectLst/>
                <a:uLnTx/>
                <a:uFillTx/>
                <a:latin typeface="Arial"/>
                <a:ea typeface="Arial"/>
                <a:cs typeface="Arial"/>
                <a:sym typeface="Arial"/>
              </a:rPr>
              <a:t>ПО РАЗРАБОТКЕ ВАШЕГО ПРОЕКТА</a:t>
            </a:r>
          </a:p>
          <a:p>
            <a:pPr marL="0" marR="0" lvl="0" indent="0" algn="l" defTabSz="914400" rtl="0" eaLnBrk="1" fontAlgn="auto" latinLnBrk="0" hangingPunct="1">
              <a:lnSpc>
                <a:spcPct val="90000"/>
              </a:lnSpc>
              <a:spcBef>
                <a:spcPts val="0"/>
              </a:spcBef>
              <a:spcAft>
                <a:spcPts val="0"/>
              </a:spcAft>
              <a:buClr>
                <a:srgbClr val="1D1D1D"/>
              </a:buClr>
              <a:buSzPts val="1400"/>
              <a:buFont typeface="Arial"/>
              <a:buNone/>
              <a:tabLst/>
              <a:defRPr/>
            </a:pPr>
            <a:r>
              <a:rPr kumimoji="0" lang="ru-RU" sz="1600" b="1" i="0" u="none" strike="noStrike" kern="0" cap="none" spc="0" normalizeH="0" baseline="0" noProof="0" dirty="0">
                <a:ln>
                  <a:noFill/>
                </a:ln>
                <a:solidFill>
                  <a:srgbClr val="1D1D1D"/>
                </a:solidFill>
                <a:effectLst/>
                <a:uLnTx/>
                <a:uFillTx/>
                <a:latin typeface="Arial"/>
                <a:ea typeface="Arial"/>
                <a:cs typeface="Arial"/>
                <a:sym typeface="Arial"/>
              </a:rPr>
              <a:t>ОТ </a:t>
            </a:r>
            <a:r>
              <a:rPr kumimoji="0" lang="en" sz="1600" b="1" i="0" u="none" strike="noStrike" kern="0" cap="none" spc="0" normalizeH="0" baseline="0" noProof="0" dirty="0">
                <a:ln>
                  <a:noFill/>
                </a:ln>
                <a:solidFill>
                  <a:srgbClr val="1D1D1D"/>
                </a:solidFill>
                <a:effectLst/>
                <a:uLnTx/>
                <a:uFillTx/>
                <a:latin typeface="Arial"/>
                <a:ea typeface="Arial"/>
                <a:cs typeface="Arial"/>
                <a:sym typeface="Arial"/>
              </a:rPr>
              <a:t>CHANGELLENGE &gt;&gt;</a:t>
            </a:r>
          </a:p>
        </p:txBody>
      </p:sp>
    </p:spTree>
    <p:extLst>
      <p:ext uri="{BB962C8B-B14F-4D97-AF65-F5344CB8AC3E}">
        <p14:creationId xmlns:p14="http://schemas.microsoft.com/office/powerpoint/2010/main" val="1139963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Титульный слайд">
    <p:bg>
      <p:bgPr>
        <a:solidFill>
          <a:srgbClr val="121117"/>
        </a:soli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6CD22177-E43E-A4E0-F8B7-D60DB0E87D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513616" y="-100013"/>
            <a:ext cx="6678384" cy="6958013"/>
          </a:xfrm>
          <a:prstGeom prst="rect">
            <a:avLst/>
          </a:prstGeom>
        </p:spPr>
      </p:pic>
      <p:sp>
        <p:nvSpPr>
          <p:cNvPr id="7" name="Подзаголовок 2">
            <a:extLst>
              <a:ext uri="{FF2B5EF4-FFF2-40B4-BE49-F238E27FC236}">
                <a16:creationId xmlns:a16="http://schemas.microsoft.com/office/drawing/2014/main" id="{A3254066-9D2F-51E7-214F-6134D852292D}"/>
              </a:ext>
            </a:extLst>
          </p:cNvPr>
          <p:cNvSpPr>
            <a:spLocks noGrp="1"/>
          </p:cNvSpPr>
          <p:nvPr>
            <p:ph type="subTitle" idx="1" hasCustomPrompt="1"/>
          </p:nvPr>
        </p:nvSpPr>
        <p:spPr>
          <a:xfrm>
            <a:off x="695325" y="1448014"/>
            <a:ext cx="7004823" cy="992983"/>
          </a:xfrm>
          <a:prstGeom prst="rect">
            <a:avLst/>
          </a:prstGeom>
        </p:spPr>
        <p:txBody>
          <a:bodyPr/>
          <a:lstStyle>
            <a:lvl1pPr marL="0" indent="0" algn="l">
              <a:buNone/>
              <a:defRPr sz="4800" b="1" i="0">
                <a:solidFill>
                  <a:schemeClr val="bg1"/>
                </a:solidFill>
                <a:latin typeface="Arial Black" panose="020B0604020202020204" pitchFamily="34" charset="0"/>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 ПОДЗАГОЛОВОК ПОДЗАГОЛОВОК</a:t>
            </a:r>
          </a:p>
        </p:txBody>
      </p:sp>
      <p:sp>
        <p:nvSpPr>
          <p:cNvPr id="8" name="Текст 77">
            <a:extLst>
              <a:ext uri="{FF2B5EF4-FFF2-40B4-BE49-F238E27FC236}">
                <a16:creationId xmlns:a16="http://schemas.microsoft.com/office/drawing/2014/main" id="{E010146C-9542-39DB-3F6E-7BF20132052F}"/>
              </a:ext>
            </a:extLst>
          </p:cNvPr>
          <p:cNvSpPr>
            <a:spLocks noGrp="1"/>
          </p:cNvSpPr>
          <p:nvPr>
            <p:ph type="body" sz="quarter" idx="21" hasCustomPrompt="1"/>
          </p:nvPr>
        </p:nvSpPr>
        <p:spPr>
          <a:xfrm>
            <a:off x="695325" y="4418002"/>
            <a:ext cx="5251900" cy="930511"/>
          </a:xfrm>
          <a:prstGeom prst="rect">
            <a:avLst/>
          </a:prstGeom>
        </p:spPr>
        <p:txBody>
          <a:bodyPr wrap="square" anchor="b">
            <a:spAutoFit/>
          </a:bodyPr>
          <a:lstStyle>
            <a:lvl1pPr marL="0" indent="0">
              <a:lnSpc>
                <a:spcPct val="100000"/>
              </a:lnSpc>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r>
              <a:rPr lang="ru-RU"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p:txBody>
      </p:sp>
      <p:sp>
        <p:nvSpPr>
          <p:cNvPr id="3" name="TextBox 2">
            <a:extLst>
              <a:ext uri="{FF2B5EF4-FFF2-40B4-BE49-F238E27FC236}">
                <a16:creationId xmlns:a16="http://schemas.microsoft.com/office/drawing/2014/main" id="{83544226-7C8B-9910-17AE-F6CB58028877}"/>
              </a:ext>
            </a:extLst>
          </p:cNvPr>
          <p:cNvSpPr txBox="1"/>
          <p:nvPr userDrawn="1"/>
        </p:nvSpPr>
        <p:spPr>
          <a:xfrm>
            <a:off x="11630025" y="-828675"/>
            <a:ext cx="184731" cy="369332"/>
          </a:xfrm>
          <a:prstGeom prst="rect">
            <a:avLst/>
          </a:prstGeom>
          <a:noFill/>
        </p:spPr>
        <p:txBody>
          <a:bodyPr wrap="none" rtlCol="0">
            <a:spAutoFit/>
          </a:bodyPr>
          <a:lstStyle/>
          <a:p>
            <a:endParaRPr lang="ru-RU" b="0" i="0" dirty="0">
              <a:latin typeface="Arial" panose="020B0604020202020204" pitchFamily="34" charset="0"/>
            </a:endParaRPr>
          </a:p>
        </p:txBody>
      </p:sp>
      <p:pic>
        <p:nvPicPr>
          <p:cNvPr id="5" name="Рисунок 4">
            <a:extLst>
              <a:ext uri="{FF2B5EF4-FFF2-40B4-BE49-F238E27FC236}">
                <a16:creationId xmlns:a16="http://schemas.microsoft.com/office/drawing/2014/main" id="{AEBB0F79-2C6D-D2F1-38D1-468790BF2FFC}"/>
              </a:ext>
            </a:extLst>
          </p:cNvPr>
          <p:cNvPicPr>
            <a:picLocks noChangeAspect="1"/>
          </p:cNvPicPr>
          <p:nvPr userDrawn="1"/>
        </p:nvPicPr>
        <p:blipFill>
          <a:blip r:embed="rId3"/>
          <a:stretch>
            <a:fillRect/>
          </a:stretch>
        </p:blipFill>
        <p:spPr>
          <a:xfrm>
            <a:off x="695325" y="558172"/>
            <a:ext cx="2799045" cy="231657"/>
          </a:xfrm>
          <a:prstGeom prst="rect">
            <a:avLst/>
          </a:prstGeom>
        </p:spPr>
      </p:pic>
    </p:spTree>
    <p:extLst>
      <p:ext uri="{BB962C8B-B14F-4D97-AF65-F5344CB8AC3E}">
        <p14:creationId xmlns:p14="http://schemas.microsoft.com/office/powerpoint/2010/main" val="3379786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Титульный слайд">
    <p:bg>
      <p:bgPr>
        <a:solidFill>
          <a:srgbClr val="121117"/>
        </a:solidFill>
        <a:effectLst/>
      </p:bgPr>
    </p:bg>
    <p:spTree>
      <p:nvGrpSpPr>
        <p:cNvPr id="1" name=""/>
        <p:cNvGrpSpPr/>
        <p:nvPr/>
      </p:nvGrpSpPr>
      <p:grpSpPr>
        <a:xfrm>
          <a:off x="0" y="0"/>
          <a:ext cx="0" cy="0"/>
          <a:chOff x="0" y="0"/>
          <a:chExt cx="0" cy="0"/>
        </a:xfrm>
      </p:grpSpPr>
      <p:sp>
        <p:nvSpPr>
          <p:cNvPr id="7" name="Подзаголовок 2">
            <a:extLst>
              <a:ext uri="{FF2B5EF4-FFF2-40B4-BE49-F238E27FC236}">
                <a16:creationId xmlns:a16="http://schemas.microsoft.com/office/drawing/2014/main" id="{A3254066-9D2F-51E7-214F-6134D852292D}"/>
              </a:ext>
            </a:extLst>
          </p:cNvPr>
          <p:cNvSpPr>
            <a:spLocks noGrp="1"/>
          </p:cNvSpPr>
          <p:nvPr>
            <p:ph type="subTitle" idx="1" hasCustomPrompt="1"/>
          </p:nvPr>
        </p:nvSpPr>
        <p:spPr>
          <a:xfrm>
            <a:off x="695325" y="1448014"/>
            <a:ext cx="7004823" cy="992983"/>
          </a:xfrm>
          <a:prstGeom prst="rect">
            <a:avLst/>
          </a:prstGeom>
        </p:spPr>
        <p:txBody>
          <a:bodyPr/>
          <a:lstStyle>
            <a:lvl1pPr marL="0" indent="0" algn="l">
              <a:buNone/>
              <a:defRPr sz="4800" b="1" i="0">
                <a:solidFill>
                  <a:schemeClr val="bg1"/>
                </a:solidFill>
                <a:latin typeface="Arial Black" panose="020B0604020202020204" pitchFamily="34" charset="0"/>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 ПОДЗАГОЛОВОК ПОДЗАГОЛОВОК</a:t>
            </a:r>
          </a:p>
        </p:txBody>
      </p:sp>
      <p:sp>
        <p:nvSpPr>
          <p:cNvPr id="8" name="Текст 77">
            <a:extLst>
              <a:ext uri="{FF2B5EF4-FFF2-40B4-BE49-F238E27FC236}">
                <a16:creationId xmlns:a16="http://schemas.microsoft.com/office/drawing/2014/main" id="{E010146C-9542-39DB-3F6E-7BF20132052F}"/>
              </a:ext>
            </a:extLst>
          </p:cNvPr>
          <p:cNvSpPr>
            <a:spLocks noGrp="1"/>
          </p:cNvSpPr>
          <p:nvPr>
            <p:ph type="body" sz="quarter" idx="21" hasCustomPrompt="1"/>
          </p:nvPr>
        </p:nvSpPr>
        <p:spPr>
          <a:xfrm>
            <a:off x="695325" y="4418002"/>
            <a:ext cx="5251900" cy="930511"/>
          </a:xfrm>
          <a:prstGeom prst="rect">
            <a:avLst/>
          </a:prstGeom>
        </p:spPr>
        <p:txBody>
          <a:bodyPr wrap="square" anchor="b">
            <a:spAutoFit/>
          </a:bodyPr>
          <a:lstStyle>
            <a:lvl1pPr marL="0" indent="0">
              <a:lnSpc>
                <a:spcPct val="100000"/>
              </a:lnSpc>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r>
              <a:rPr lang="ru-RU"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p:txBody>
      </p:sp>
      <p:pic>
        <p:nvPicPr>
          <p:cNvPr id="4" name="Рисунок 3">
            <a:extLst>
              <a:ext uri="{FF2B5EF4-FFF2-40B4-BE49-F238E27FC236}">
                <a16:creationId xmlns:a16="http://schemas.microsoft.com/office/drawing/2014/main" id="{94CD1E7C-AFD0-F1CA-0BAA-E1CF1639C6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169695" y="0"/>
            <a:ext cx="5022305" cy="6858000"/>
          </a:xfrm>
          <a:prstGeom prst="rect">
            <a:avLst/>
          </a:prstGeom>
        </p:spPr>
      </p:pic>
      <p:pic>
        <p:nvPicPr>
          <p:cNvPr id="5" name="Рисунок 4">
            <a:extLst>
              <a:ext uri="{FF2B5EF4-FFF2-40B4-BE49-F238E27FC236}">
                <a16:creationId xmlns:a16="http://schemas.microsoft.com/office/drawing/2014/main" id="{4D367ECF-6D94-93BC-29BA-16585EB5BDD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419600" y="0"/>
            <a:ext cx="7772400" cy="1008291"/>
          </a:xfrm>
          <a:prstGeom prst="rect">
            <a:avLst/>
          </a:prstGeom>
        </p:spPr>
      </p:pic>
      <p:pic>
        <p:nvPicPr>
          <p:cNvPr id="6" name="Рисунок 5">
            <a:extLst>
              <a:ext uri="{FF2B5EF4-FFF2-40B4-BE49-F238E27FC236}">
                <a16:creationId xmlns:a16="http://schemas.microsoft.com/office/drawing/2014/main" id="{BADA1A9B-62E7-447F-DC24-422C06E0189B}"/>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535595" y="0"/>
            <a:ext cx="5656405" cy="6858000"/>
          </a:xfrm>
          <a:prstGeom prst="rect">
            <a:avLst/>
          </a:prstGeom>
        </p:spPr>
      </p:pic>
      <p:pic>
        <p:nvPicPr>
          <p:cNvPr id="3" name="Рисунок 2">
            <a:extLst>
              <a:ext uri="{FF2B5EF4-FFF2-40B4-BE49-F238E27FC236}">
                <a16:creationId xmlns:a16="http://schemas.microsoft.com/office/drawing/2014/main" id="{F6119AA0-E4E2-3F83-F4A8-4FA2CA066D04}"/>
              </a:ext>
            </a:extLst>
          </p:cNvPr>
          <p:cNvPicPr>
            <a:picLocks noChangeAspect="1"/>
          </p:cNvPicPr>
          <p:nvPr userDrawn="1"/>
        </p:nvPicPr>
        <p:blipFill>
          <a:blip r:embed="rId5"/>
          <a:stretch>
            <a:fillRect/>
          </a:stretch>
        </p:blipFill>
        <p:spPr>
          <a:xfrm>
            <a:off x="695325" y="558172"/>
            <a:ext cx="2799045" cy="231657"/>
          </a:xfrm>
          <a:prstGeom prst="rect">
            <a:avLst/>
          </a:prstGeom>
        </p:spPr>
      </p:pic>
    </p:spTree>
    <p:extLst>
      <p:ext uri="{BB962C8B-B14F-4D97-AF65-F5344CB8AC3E}">
        <p14:creationId xmlns:p14="http://schemas.microsoft.com/office/powerpoint/2010/main" val="297286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Титульный слайд">
    <p:bg>
      <p:bgPr>
        <a:solidFill>
          <a:srgbClr val="121117"/>
        </a:solidFill>
        <a:effectLst/>
      </p:bgPr>
    </p:bg>
    <p:spTree>
      <p:nvGrpSpPr>
        <p:cNvPr id="1" name=""/>
        <p:cNvGrpSpPr/>
        <p:nvPr/>
      </p:nvGrpSpPr>
      <p:grpSpPr>
        <a:xfrm>
          <a:off x="0" y="0"/>
          <a:ext cx="0" cy="0"/>
          <a:chOff x="0" y="0"/>
          <a:chExt cx="0" cy="0"/>
        </a:xfrm>
      </p:grpSpPr>
      <p:sp>
        <p:nvSpPr>
          <p:cNvPr id="7" name="Подзаголовок 2">
            <a:extLst>
              <a:ext uri="{FF2B5EF4-FFF2-40B4-BE49-F238E27FC236}">
                <a16:creationId xmlns:a16="http://schemas.microsoft.com/office/drawing/2014/main" id="{A3254066-9D2F-51E7-214F-6134D852292D}"/>
              </a:ext>
            </a:extLst>
          </p:cNvPr>
          <p:cNvSpPr>
            <a:spLocks noGrp="1"/>
          </p:cNvSpPr>
          <p:nvPr>
            <p:ph type="subTitle" idx="1" hasCustomPrompt="1"/>
          </p:nvPr>
        </p:nvSpPr>
        <p:spPr>
          <a:xfrm>
            <a:off x="695325" y="1448014"/>
            <a:ext cx="7004823" cy="992983"/>
          </a:xfrm>
          <a:prstGeom prst="rect">
            <a:avLst/>
          </a:prstGeom>
        </p:spPr>
        <p:txBody>
          <a:bodyPr/>
          <a:lstStyle>
            <a:lvl1pPr marL="0" indent="0" algn="l">
              <a:buNone/>
              <a:defRPr sz="4800" b="1" i="0">
                <a:solidFill>
                  <a:schemeClr val="bg1"/>
                </a:solidFill>
                <a:latin typeface="Arial Black" panose="020B0604020202020204" pitchFamily="34" charset="0"/>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 ПОДЗАГОЛОВОК ПОДЗАГОЛОВОК</a:t>
            </a:r>
          </a:p>
        </p:txBody>
      </p:sp>
      <p:sp>
        <p:nvSpPr>
          <p:cNvPr id="8" name="Текст 77">
            <a:extLst>
              <a:ext uri="{FF2B5EF4-FFF2-40B4-BE49-F238E27FC236}">
                <a16:creationId xmlns:a16="http://schemas.microsoft.com/office/drawing/2014/main" id="{E010146C-9542-39DB-3F6E-7BF20132052F}"/>
              </a:ext>
            </a:extLst>
          </p:cNvPr>
          <p:cNvSpPr>
            <a:spLocks noGrp="1"/>
          </p:cNvSpPr>
          <p:nvPr>
            <p:ph type="body" sz="quarter" idx="21" hasCustomPrompt="1"/>
          </p:nvPr>
        </p:nvSpPr>
        <p:spPr>
          <a:xfrm>
            <a:off x="695325" y="4418002"/>
            <a:ext cx="5251900" cy="930511"/>
          </a:xfrm>
          <a:prstGeom prst="rect">
            <a:avLst/>
          </a:prstGeom>
        </p:spPr>
        <p:txBody>
          <a:bodyPr wrap="square" anchor="b">
            <a:spAutoFit/>
          </a:bodyPr>
          <a:lstStyle>
            <a:lvl1pPr marL="0" indent="0">
              <a:lnSpc>
                <a:spcPct val="100000"/>
              </a:lnSpc>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r>
              <a:rPr lang="ru-RU"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p:txBody>
      </p:sp>
      <p:pic>
        <p:nvPicPr>
          <p:cNvPr id="2" name="Рисунок 1">
            <a:extLst>
              <a:ext uri="{FF2B5EF4-FFF2-40B4-BE49-F238E27FC236}">
                <a16:creationId xmlns:a16="http://schemas.microsoft.com/office/drawing/2014/main" id="{3C863CB6-AF43-48B6-F094-205BFD33A0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04083" y="0"/>
            <a:ext cx="4487917" cy="6858000"/>
          </a:xfrm>
          <a:prstGeom prst="rect">
            <a:avLst/>
          </a:prstGeom>
        </p:spPr>
      </p:pic>
      <p:pic>
        <p:nvPicPr>
          <p:cNvPr id="3" name="Рисунок 2">
            <a:extLst>
              <a:ext uri="{FF2B5EF4-FFF2-40B4-BE49-F238E27FC236}">
                <a16:creationId xmlns:a16="http://schemas.microsoft.com/office/drawing/2014/main" id="{86793665-DFC7-E1CE-0315-0160739ED6C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19600" y="4423992"/>
            <a:ext cx="7772400" cy="2434008"/>
          </a:xfrm>
          <a:prstGeom prst="rect">
            <a:avLst/>
          </a:prstGeom>
        </p:spPr>
      </p:pic>
      <p:pic>
        <p:nvPicPr>
          <p:cNvPr id="4" name="Рисунок 3">
            <a:extLst>
              <a:ext uri="{FF2B5EF4-FFF2-40B4-BE49-F238E27FC236}">
                <a16:creationId xmlns:a16="http://schemas.microsoft.com/office/drawing/2014/main" id="{2D8D59C4-F185-8172-09F0-8FB5B69BE54E}"/>
              </a:ext>
            </a:extLst>
          </p:cNvPr>
          <p:cNvPicPr>
            <a:picLocks noChangeAspect="1"/>
          </p:cNvPicPr>
          <p:nvPr userDrawn="1"/>
        </p:nvPicPr>
        <p:blipFill>
          <a:blip r:embed="rId4"/>
          <a:stretch>
            <a:fillRect/>
          </a:stretch>
        </p:blipFill>
        <p:spPr>
          <a:xfrm>
            <a:off x="695325" y="558172"/>
            <a:ext cx="2799045" cy="231657"/>
          </a:xfrm>
          <a:prstGeom prst="rect">
            <a:avLst/>
          </a:prstGeom>
        </p:spPr>
      </p:pic>
    </p:spTree>
    <p:extLst>
      <p:ext uri="{BB962C8B-B14F-4D97-AF65-F5344CB8AC3E}">
        <p14:creationId xmlns:p14="http://schemas.microsoft.com/office/powerpoint/2010/main" val="387226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Титульный слайд">
    <p:bg>
      <p:bgPr>
        <a:solidFill>
          <a:srgbClr val="121117"/>
        </a:solidFill>
        <a:effectLst/>
      </p:bgPr>
    </p:bg>
    <p:spTree>
      <p:nvGrpSpPr>
        <p:cNvPr id="1" name=""/>
        <p:cNvGrpSpPr/>
        <p:nvPr/>
      </p:nvGrpSpPr>
      <p:grpSpPr>
        <a:xfrm>
          <a:off x="0" y="0"/>
          <a:ext cx="0" cy="0"/>
          <a:chOff x="0" y="0"/>
          <a:chExt cx="0" cy="0"/>
        </a:xfrm>
      </p:grpSpPr>
      <p:sp>
        <p:nvSpPr>
          <p:cNvPr id="7" name="Подзаголовок 2">
            <a:extLst>
              <a:ext uri="{FF2B5EF4-FFF2-40B4-BE49-F238E27FC236}">
                <a16:creationId xmlns:a16="http://schemas.microsoft.com/office/drawing/2014/main" id="{A3254066-9D2F-51E7-214F-6134D852292D}"/>
              </a:ext>
            </a:extLst>
          </p:cNvPr>
          <p:cNvSpPr>
            <a:spLocks noGrp="1"/>
          </p:cNvSpPr>
          <p:nvPr>
            <p:ph type="subTitle" idx="1" hasCustomPrompt="1"/>
          </p:nvPr>
        </p:nvSpPr>
        <p:spPr>
          <a:xfrm>
            <a:off x="695325" y="1448014"/>
            <a:ext cx="7004823" cy="992983"/>
          </a:xfrm>
          <a:prstGeom prst="rect">
            <a:avLst/>
          </a:prstGeom>
        </p:spPr>
        <p:txBody>
          <a:bodyPr/>
          <a:lstStyle>
            <a:lvl1pPr marL="0" indent="0" algn="l">
              <a:buNone/>
              <a:defRPr sz="4800" b="1" i="0">
                <a:solidFill>
                  <a:schemeClr val="bg1"/>
                </a:solidFill>
                <a:latin typeface="Arial Black" panose="020B0604020202020204" pitchFamily="34" charset="0"/>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 ПОДЗАГОЛОВОК ПОДЗАГОЛОВОК</a:t>
            </a:r>
          </a:p>
        </p:txBody>
      </p:sp>
      <p:sp>
        <p:nvSpPr>
          <p:cNvPr id="8" name="Текст 77">
            <a:extLst>
              <a:ext uri="{FF2B5EF4-FFF2-40B4-BE49-F238E27FC236}">
                <a16:creationId xmlns:a16="http://schemas.microsoft.com/office/drawing/2014/main" id="{E010146C-9542-39DB-3F6E-7BF20132052F}"/>
              </a:ext>
            </a:extLst>
          </p:cNvPr>
          <p:cNvSpPr>
            <a:spLocks noGrp="1"/>
          </p:cNvSpPr>
          <p:nvPr>
            <p:ph type="body" sz="quarter" idx="21" hasCustomPrompt="1"/>
          </p:nvPr>
        </p:nvSpPr>
        <p:spPr>
          <a:xfrm>
            <a:off x="695325" y="4418002"/>
            <a:ext cx="5251900" cy="930511"/>
          </a:xfrm>
          <a:prstGeom prst="rect">
            <a:avLst/>
          </a:prstGeom>
        </p:spPr>
        <p:txBody>
          <a:bodyPr wrap="square" anchor="b">
            <a:spAutoFit/>
          </a:bodyPr>
          <a:lstStyle>
            <a:lvl1pPr marL="0" indent="0">
              <a:lnSpc>
                <a:spcPct val="100000"/>
              </a:lnSpc>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r>
              <a:rPr lang="ru-RU"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p:txBody>
      </p:sp>
      <p:pic>
        <p:nvPicPr>
          <p:cNvPr id="4" name="Рисунок 3">
            <a:extLst>
              <a:ext uri="{FF2B5EF4-FFF2-40B4-BE49-F238E27FC236}">
                <a16:creationId xmlns:a16="http://schemas.microsoft.com/office/drawing/2014/main" id="{4996F251-3E2F-2548-142E-10E1CB1C2A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181350" y="1695450"/>
            <a:ext cx="9010650" cy="5162550"/>
          </a:xfrm>
          <a:prstGeom prst="rect">
            <a:avLst/>
          </a:prstGeom>
        </p:spPr>
      </p:pic>
      <p:pic>
        <p:nvPicPr>
          <p:cNvPr id="5" name="Рисунок 4">
            <a:extLst>
              <a:ext uri="{FF2B5EF4-FFF2-40B4-BE49-F238E27FC236}">
                <a16:creationId xmlns:a16="http://schemas.microsoft.com/office/drawing/2014/main" id="{BCD9873D-B0CE-0CA9-B40E-79F459DAF7E4}"/>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flipH="1">
            <a:off x="1203157" y="4451684"/>
            <a:ext cx="15159788" cy="2406316"/>
          </a:xfrm>
          <a:prstGeom prst="rect">
            <a:avLst/>
          </a:prstGeom>
        </p:spPr>
      </p:pic>
      <p:pic>
        <p:nvPicPr>
          <p:cNvPr id="6" name="Рисунок 5">
            <a:extLst>
              <a:ext uri="{FF2B5EF4-FFF2-40B4-BE49-F238E27FC236}">
                <a16:creationId xmlns:a16="http://schemas.microsoft.com/office/drawing/2014/main" id="{5F374A9F-CE5A-32DE-6B07-E53E70C097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522502" y="252335"/>
            <a:ext cx="423822" cy="241300"/>
          </a:xfrm>
          <a:prstGeom prst="rect">
            <a:avLst/>
          </a:prstGeom>
        </p:spPr>
      </p:pic>
      <p:pic>
        <p:nvPicPr>
          <p:cNvPr id="2" name="Рисунок 1">
            <a:extLst>
              <a:ext uri="{FF2B5EF4-FFF2-40B4-BE49-F238E27FC236}">
                <a16:creationId xmlns:a16="http://schemas.microsoft.com/office/drawing/2014/main" id="{1A6C58D6-B8DD-5CC3-9A97-864BF4242AAC}"/>
              </a:ext>
            </a:extLst>
          </p:cNvPr>
          <p:cNvPicPr>
            <a:picLocks noChangeAspect="1"/>
          </p:cNvPicPr>
          <p:nvPr userDrawn="1"/>
        </p:nvPicPr>
        <p:blipFill>
          <a:blip r:embed="rId5"/>
          <a:stretch>
            <a:fillRect/>
          </a:stretch>
        </p:blipFill>
        <p:spPr>
          <a:xfrm>
            <a:off x="695325" y="558172"/>
            <a:ext cx="2799045" cy="231657"/>
          </a:xfrm>
          <a:prstGeom prst="rect">
            <a:avLst/>
          </a:prstGeom>
        </p:spPr>
      </p:pic>
    </p:spTree>
    <p:extLst>
      <p:ext uri="{BB962C8B-B14F-4D97-AF65-F5344CB8AC3E}">
        <p14:creationId xmlns:p14="http://schemas.microsoft.com/office/powerpoint/2010/main" val="538142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Главная мысль">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0577C2F4-158F-2A01-B142-C7499335765F}"/>
              </a:ext>
            </a:extLst>
          </p:cNvPr>
          <p:cNvSpPr>
            <a:spLocks noGrp="1"/>
          </p:cNvSpPr>
          <p:nvPr>
            <p:ph type="ctrTitle" hasCustomPrompt="1"/>
          </p:nvPr>
        </p:nvSpPr>
        <p:spPr>
          <a:xfrm>
            <a:off x="950217" y="1248278"/>
            <a:ext cx="9954343" cy="1365993"/>
          </a:xfrm>
          <a:prstGeom prst="rect">
            <a:avLst/>
          </a:prstGeom>
        </p:spPr>
        <p:txBody>
          <a:bodyPr anchor="t"/>
          <a:lstStyle>
            <a:lvl1pPr algn="l">
              <a:defRPr sz="4400" b="1" i="0">
                <a:solidFill>
                  <a:schemeClr val="tx1"/>
                </a:solidFill>
                <a:latin typeface="Arial Black" panose="020B0604020202020204" pitchFamily="34" charset="0"/>
                <a:cs typeface="Arial Black" panose="020B0604020202020204" pitchFamily="34" charset="0"/>
              </a:defRPr>
            </a:lvl1pPr>
          </a:lstStyle>
          <a:p>
            <a:r>
              <a:rPr lang="ru-RU" dirty="0"/>
              <a:t>Образец </a:t>
            </a:r>
            <a:r>
              <a:rPr lang="ru-RU" dirty="0" err="1"/>
              <a:t>заголовкаОбразец</a:t>
            </a:r>
            <a:r>
              <a:rPr lang="ru-RU" dirty="0"/>
              <a:t> </a:t>
            </a:r>
            <a:r>
              <a:rPr lang="ru-RU" dirty="0" err="1"/>
              <a:t>заголовкаОбразец</a:t>
            </a:r>
            <a:r>
              <a:rPr lang="ru-RU" dirty="0"/>
              <a:t> заголовка </a:t>
            </a:r>
            <a:r>
              <a:rPr lang="ru-RU" dirty="0" err="1"/>
              <a:t>Образезаголовка</a:t>
            </a:r>
            <a:endParaRPr lang="ru-RU" dirty="0"/>
          </a:p>
        </p:txBody>
      </p:sp>
      <p:sp>
        <p:nvSpPr>
          <p:cNvPr id="4" name="Текст 79">
            <a:extLst>
              <a:ext uri="{FF2B5EF4-FFF2-40B4-BE49-F238E27FC236}">
                <a16:creationId xmlns:a16="http://schemas.microsoft.com/office/drawing/2014/main" id="{43BE7065-DC33-68C2-B078-DA2AC1F325F7}"/>
              </a:ext>
            </a:extLst>
          </p:cNvPr>
          <p:cNvSpPr>
            <a:spLocks noGrp="1"/>
          </p:cNvSpPr>
          <p:nvPr>
            <p:ph type="body" sz="quarter" idx="24" hasCustomPrompt="1"/>
          </p:nvPr>
        </p:nvSpPr>
        <p:spPr>
          <a:xfrm>
            <a:off x="950217" y="4457646"/>
            <a:ext cx="3922033" cy="867930"/>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p:txBody>
      </p:sp>
      <p:sp>
        <p:nvSpPr>
          <p:cNvPr id="5" name="Текст 79">
            <a:extLst>
              <a:ext uri="{FF2B5EF4-FFF2-40B4-BE49-F238E27FC236}">
                <a16:creationId xmlns:a16="http://schemas.microsoft.com/office/drawing/2014/main" id="{1BC4AD6D-DD5C-5F5D-BD22-20A03DE272C5}"/>
              </a:ext>
            </a:extLst>
          </p:cNvPr>
          <p:cNvSpPr>
            <a:spLocks noGrp="1"/>
          </p:cNvSpPr>
          <p:nvPr>
            <p:ph type="body" sz="quarter" idx="25" hasCustomPrompt="1"/>
          </p:nvPr>
        </p:nvSpPr>
        <p:spPr>
          <a:xfrm>
            <a:off x="5606666" y="4454234"/>
            <a:ext cx="3922033" cy="867930"/>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p:txBody>
      </p:sp>
      <p:sp>
        <p:nvSpPr>
          <p:cNvPr id="6" name="Текст 79">
            <a:extLst>
              <a:ext uri="{FF2B5EF4-FFF2-40B4-BE49-F238E27FC236}">
                <a16:creationId xmlns:a16="http://schemas.microsoft.com/office/drawing/2014/main" id="{EBB73122-C119-F1DC-EF85-372BCEEF2C2F}"/>
              </a:ext>
            </a:extLst>
          </p:cNvPr>
          <p:cNvSpPr>
            <a:spLocks noGrp="1"/>
          </p:cNvSpPr>
          <p:nvPr>
            <p:ph type="body" sz="quarter" idx="26" hasCustomPrompt="1"/>
          </p:nvPr>
        </p:nvSpPr>
        <p:spPr>
          <a:xfrm>
            <a:off x="950217" y="3809765"/>
            <a:ext cx="3922033" cy="313932"/>
          </a:xfrm>
          <a:prstGeom prst="rect">
            <a:avLst/>
          </a:prstGeom>
        </p:spPr>
        <p:txBody>
          <a:bodyPr wrap="square">
            <a:spAutoFit/>
          </a:bodyPr>
          <a:lstStyle>
            <a:lvl1pPr marL="0" indent="0" algn="l">
              <a:spcAft>
                <a:spcPts val="0"/>
              </a:spcAft>
              <a:buNone/>
              <a:defRPr sz="1600" b="1" i="0">
                <a:gradFill>
                  <a:gsLst>
                    <a:gs pos="0">
                      <a:srgbClr val="CA1A69"/>
                    </a:gs>
                    <a:gs pos="77000">
                      <a:srgbClr val="C83846"/>
                    </a:gs>
                    <a:gs pos="100000">
                      <a:srgbClr val="DF5653"/>
                    </a:gs>
                  </a:gsLst>
                  <a:lin ang="10800000" scaled="1"/>
                </a:gra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7" name="Текст 79">
            <a:extLst>
              <a:ext uri="{FF2B5EF4-FFF2-40B4-BE49-F238E27FC236}">
                <a16:creationId xmlns:a16="http://schemas.microsoft.com/office/drawing/2014/main" id="{828AF53C-346F-132F-3DBA-0C26894C5ACE}"/>
              </a:ext>
            </a:extLst>
          </p:cNvPr>
          <p:cNvSpPr>
            <a:spLocks noGrp="1"/>
          </p:cNvSpPr>
          <p:nvPr>
            <p:ph type="body" sz="quarter" idx="27" hasCustomPrompt="1"/>
          </p:nvPr>
        </p:nvSpPr>
        <p:spPr>
          <a:xfrm>
            <a:off x="5606666" y="3806353"/>
            <a:ext cx="3922033" cy="313932"/>
          </a:xfrm>
          <a:prstGeom prst="rect">
            <a:avLst/>
          </a:prstGeom>
        </p:spPr>
        <p:txBody>
          <a:bodyPr wrap="square">
            <a:spAutoFit/>
          </a:bodyPr>
          <a:lstStyle>
            <a:lvl1pPr marL="0" indent="0" algn="l">
              <a:spcAft>
                <a:spcPts val="0"/>
              </a:spcAft>
              <a:buNone/>
              <a:defRPr sz="1600" b="1" i="0">
                <a:gradFill>
                  <a:gsLst>
                    <a:gs pos="0">
                      <a:srgbClr val="CA1A69"/>
                    </a:gs>
                    <a:gs pos="77000">
                      <a:srgbClr val="C83846"/>
                    </a:gs>
                    <a:gs pos="100000">
                      <a:srgbClr val="DF5653"/>
                    </a:gs>
                  </a:gsLst>
                  <a:lin ang="10800000" scaled="1"/>
                </a:gra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11" name="Номер слайда 9">
            <a:extLst>
              <a:ext uri="{FF2B5EF4-FFF2-40B4-BE49-F238E27FC236}">
                <a16:creationId xmlns:a16="http://schemas.microsoft.com/office/drawing/2014/main" id="{DB437D45-478A-E1DA-336A-F6D44E6EE90C}"/>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59725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Главная мысль1">
    <p:spTree>
      <p:nvGrpSpPr>
        <p:cNvPr id="1" name=""/>
        <p:cNvGrpSpPr/>
        <p:nvPr/>
      </p:nvGrpSpPr>
      <p:grpSpPr>
        <a:xfrm>
          <a:off x="0" y="0"/>
          <a:ext cx="0" cy="0"/>
          <a:chOff x="0" y="0"/>
          <a:chExt cx="0" cy="0"/>
        </a:xfrm>
      </p:grpSpPr>
      <p:sp>
        <p:nvSpPr>
          <p:cNvPr id="3" name="Текст 79">
            <a:extLst>
              <a:ext uri="{FF2B5EF4-FFF2-40B4-BE49-F238E27FC236}">
                <a16:creationId xmlns:a16="http://schemas.microsoft.com/office/drawing/2014/main" id="{0096CB6D-4F27-1520-47D7-E95A5935EA27}"/>
              </a:ext>
            </a:extLst>
          </p:cNvPr>
          <p:cNvSpPr>
            <a:spLocks noGrp="1"/>
          </p:cNvSpPr>
          <p:nvPr>
            <p:ph type="body" sz="quarter" idx="24" hasCustomPrompt="1"/>
          </p:nvPr>
        </p:nvSpPr>
        <p:spPr>
          <a:xfrm>
            <a:off x="950217" y="2916156"/>
            <a:ext cx="8193783" cy="1577868"/>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p:txBody>
      </p:sp>
      <p:sp>
        <p:nvSpPr>
          <p:cNvPr id="6" name="Текст 79">
            <a:extLst>
              <a:ext uri="{FF2B5EF4-FFF2-40B4-BE49-F238E27FC236}">
                <a16:creationId xmlns:a16="http://schemas.microsoft.com/office/drawing/2014/main" id="{ADAED3D2-ACC9-B34A-8AFC-B59C0F37B7B8}"/>
              </a:ext>
            </a:extLst>
          </p:cNvPr>
          <p:cNvSpPr>
            <a:spLocks noGrp="1"/>
          </p:cNvSpPr>
          <p:nvPr>
            <p:ph type="body" sz="quarter" idx="26" hasCustomPrompt="1"/>
          </p:nvPr>
        </p:nvSpPr>
        <p:spPr>
          <a:xfrm>
            <a:off x="950217" y="2126108"/>
            <a:ext cx="3922033" cy="313932"/>
          </a:xfrm>
          <a:prstGeom prst="rect">
            <a:avLst/>
          </a:prstGeom>
        </p:spPr>
        <p:txBody>
          <a:bodyPr wrap="square">
            <a:spAutoFit/>
          </a:bodyPr>
          <a:lstStyle>
            <a:lvl1pPr marL="0" indent="0" algn="l">
              <a:spcAft>
                <a:spcPts val="0"/>
              </a:spcAft>
              <a:buNone/>
              <a:defRPr sz="1600" b="1" i="0">
                <a:gradFill>
                  <a:gsLst>
                    <a:gs pos="0">
                      <a:srgbClr val="CA1A69"/>
                    </a:gs>
                    <a:gs pos="77000">
                      <a:srgbClr val="C83846"/>
                    </a:gs>
                    <a:gs pos="100000">
                      <a:srgbClr val="DF5653"/>
                    </a:gs>
                  </a:gsLst>
                  <a:lin ang="10800000" scaled="1"/>
                </a:gra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2" name="Заголовок 1">
            <a:extLst>
              <a:ext uri="{FF2B5EF4-FFF2-40B4-BE49-F238E27FC236}">
                <a16:creationId xmlns:a16="http://schemas.microsoft.com/office/drawing/2014/main" id="{7AC28F2C-8C10-9F95-BB52-7E813D67BD9D}"/>
              </a:ext>
            </a:extLst>
          </p:cNvPr>
          <p:cNvSpPr>
            <a:spLocks noGrp="1"/>
          </p:cNvSpPr>
          <p:nvPr>
            <p:ph type="ctrTitle" hasCustomPrompt="1"/>
          </p:nvPr>
        </p:nvSpPr>
        <p:spPr>
          <a:xfrm>
            <a:off x="779620" y="760115"/>
            <a:ext cx="9954343" cy="1068685"/>
          </a:xfrm>
          <a:prstGeom prst="rect">
            <a:avLst/>
          </a:prstGeom>
        </p:spPr>
        <p:txBody>
          <a:bodyPr anchor="t">
            <a:noAutofit/>
          </a:bodyPr>
          <a:lstStyle>
            <a:lvl1pPr algn="l">
              <a:defRPr sz="3200" b="1" i="0">
                <a:solidFill>
                  <a:schemeClr val="tx1"/>
                </a:solidFill>
                <a:latin typeface="Arial Black" panose="020B0604020202020204" pitchFamily="34" charset="0"/>
                <a:cs typeface="Arial Black" panose="020B0604020202020204" pitchFamily="34" charset="0"/>
              </a:defRPr>
            </a:lvl1pPr>
          </a:lstStyle>
          <a:p>
            <a:r>
              <a:rPr lang="ru-RU" dirty="0"/>
              <a:t>Образец </a:t>
            </a:r>
            <a:r>
              <a:rPr lang="ru-RU" dirty="0" err="1"/>
              <a:t>заголовкаОбразец</a:t>
            </a:r>
            <a:r>
              <a:rPr lang="ru-RU" dirty="0"/>
              <a:t> </a:t>
            </a:r>
            <a:r>
              <a:rPr lang="ru-RU" dirty="0" err="1"/>
              <a:t>заголовкаОбразец</a:t>
            </a:r>
            <a:endParaRPr lang="ru-RU" dirty="0"/>
          </a:p>
        </p:txBody>
      </p:sp>
      <p:sp>
        <p:nvSpPr>
          <p:cNvPr id="5" name="Номер слайда 9">
            <a:extLst>
              <a:ext uri="{FF2B5EF4-FFF2-40B4-BE49-F238E27FC236}">
                <a16:creationId xmlns:a16="http://schemas.microsoft.com/office/drawing/2014/main" id="{4635633B-9A92-10E1-52E4-D8CC142FB14D}"/>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85823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Серый макет4">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1B210B4E-2529-2E3B-A0C4-2E21F6BAD70E}"/>
              </a:ext>
            </a:extLst>
          </p:cNvPr>
          <p:cNvSpPr/>
          <p:nvPr userDrawn="1"/>
        </p:nvSpPr>
        <p:spPr>
          <a:xfrm>
            <a:off x="6096000" y="0"/>
            <a:ext cx="6096000" cy="6858000"/>
          </a:xfrm>
          <a:prstGeom prst="rect">
            <a:avLst/>
          </a:prstGeom>
          <a:solidFill>
            <a:schemeClr val="bg1">
              <a:lumMod val="95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 name="Текст 77">
            <a:extLst>
              <a:ext uri="{FF2B5EF4-FFF2-40B4-BE49-F238E27FC236}">
                <a16:creationId xmlns:a16="http://schemas.microsoft.com/office/drawing/2014/main" id="{273940AE-BB46-6543-4482-6024243F53AF}"/>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5" name="Текст 79">
            <a:extLst>
              <a:ext uri="{FF2B5EF4-FFF2-40B4-BE49-F238E27FC236}">
                <a16:creationId xmlns:a16="http://schemas.microsoft.com/office/drawing/2014/main" id="{B65B30DE-5C34-033E-4A9F-BDAA86F78F6C}"/>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6" name="Текст 79">
            <a:extLst>
              <a:ext uri="{FF2B5EF4-FFF2-40B4-BE49-F238E27FC236}">
                <a16:creationId xmlns:a16="http://schemas.microsoft.com/office/drawing/2014/main" id="{CBC85868-54FE-331C-D5A7-456A195D26BF}"/>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7" name="Текст 77">
            <a:extLst>
              <a:ext uri="{FF2B5EF4-FFF2-40B4-BE49-F238E27FC236}">
                <a16:creationId xmlns:a16="http://schemas.microsoft.com/office/drawing/2014/main" id="{51FB6DCA-D138-7E90-6E0C-26C55B19E78F}"/>
              </a:ext>
            </a:extLst>
          </p:cNvPr>
          <p:cNvSpPr>
            <a:spLocks noGrp="1"/>
          </p:cNvSpPr>
          <p:nvPr>
            <p:ph type="body" sz="quarter" idx="26" hasCustomPrompt="1"/>
          </p:nvPr>
        </p:nvSpPr>
        <p:spPr>
          <a:xfrm>
            <a:off x="6910316" y="2005724"/>
            <a:ext cx="3347888" cy="1255728"/>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8" name="Текст 79">
            <a:extLst>
              <a:ext uri="{FF2B5EF4-FFF2-40B4-BE49-F238E27FC236}">
                <a16:creationId xmlns:a16="http://schemas.microsoft.com/office/drawing/2014/main" id="{EA5E7C50-F1AE-DA28-93FC-11EBF7295A62}"/>
              </a:ext>
            </a:extLst>
          </p:cNvPr>
          <p:cNvSpPr>
            <a:spLocks noGrp="1"/>
          </p:cNvSpPr>
          <p:nvPr>
            <p:ph type="body" sz="quarter" idx="27" hasCustomPrompt="1"/>
          </p:nvPr>
        </p:nvSpPr>
        <p:spPr>
          <a:xfrm>
            <a:off x="6910316" y="3429000"/>
            <a:ext cx="3634493" cy="2267287"/>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9" name="Текст 79">
            <a:extLst>
              <a:ext uri="{FF2B5EF4-FFF2-40B4-BE49-F238E27FC236}">
                <a16:creationId xmlns:a16="http://schemas.microsoft.com/office/drawing/2014/main" id="{DB94B08D-4A47-7F7A-8A6D-1AD96A63B2A2}"/>
              </a:ext>
            </a:extLst>
          </p:cNvPr>
          <p:cNvSpPr>
            <a:spLocks noGrp="1"/>
          </p:cNvSpPr>
          <p:nvPr>
            <p:ph type="body" sz="quarter" idx="28" hasCustomPrompt="1"/>
          </p:nvPr>
        </p:nvSpPr>
        <p:spPr>
          <a:xfrm>
            <a:off x="6910316" y="1551945"/>
            <a:ext cx="3634493"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pic>
        <p:nvPicPr>
          <p:cNvPr id="10" name="Google Shape;12;p24" descr="CL-Logo-Short-Dark.png">
            <a:extLst>
              <a:ext uri="{FF2B5EF4-FFF2-40B4-BE49-F238E27FC236}">
                <a16:creationId xmlns:a16="http://schemas.microsoft.com/office/drawing/2014/main" id="{ADF024CB-A54C-C350-0AC1-C234DD9B2108}"/>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11532842" y="240486"/>
            <a:ext cx="413482" cy="238986"/>
          </a:xfrm>
          <a:prstGeom prst="rect">
            <a:avLst/>
          </a:prstGeom>
          <a:noFill/>
          <a:ln>
            <a:noFill/>
          </a:ln>
        </p:spPr>
      </p:pic>
      <p:sp>
        <p:nvSpPr>
          <p:cNvPr id="11" name="Номер слайда 9">
            <a:extLst>
              <a:ext uri="{FF2B5EF4-FFF2-40B4-BE49-F238E27FC236}">
                <a16:creationId xmlns:a16="http://schemas.microsoft.com/office/drawing/2014/main" id="{77FEA755-6E40-8A8D-114C-97FFBF5D840E}"/>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1241043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Темный макет7">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01EDAE26-F691-E611-EBAF-D8ABDD59DD83}"/>
              </a:ext>
            </a:extLst>
          </p:cNvPr>
          <p:cNvSpPr/>
          <p:nvPr userDrawn="1"/>
        </p:nvSpPr>
        <p:spPr>
          <a:xfrm>
            <a:off x="6498771" y="0"/>
            <a:ext cx="5693229" cy="6858000"/>
          </a:xfrm>
          <a:prstGeom prst="rect">
            <a:avLst/>
          </a:prstGeom>
          <a:solidFill>
            <a:srgbClr val="12111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 name="Текст 77">
            <a:extLst>
              <a:ext uri="{FF2B5EF4-FFF2-40B4-BE49-F238E27FC236}">
                <a16:creationId xmlns:a16="http://schemas.microsoft.com/office/drawing/2014/main" id="{E4109CC8-4D31-69AA-50CA-5275C8E163F4}"/>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7B6580F7-BB67-A8CC-C123-30E9C0F21BD9}"/>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7" name="Текст 79">
            <a:extLst>
              <a:ext uri="{FF2B5EF4-FFF2-40B4-BE49-F238E27FC236}">
                <a16:creationId xmlns:a16="http://schemas.microsoft.com/office/drawing/2014/main" id="{6DAC0FB3-2987-2B92-DD53-66B813BC8FA9}"/>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pic>
        <p:nvPicPr>
          <p:cNvPr id="8" name="Рисунок 7">
            <a:extLst>
              <a:ext uri="{FF2B5EF4-FFF2-40B4-BE49-F238E27FC236}">
                <a16:creationId xmlns:a16="http://schemas.microsoft.com/office/drawing/2014/main" id="{D66DED8D-EB8C-28A0-B973-3AEDF9FBAF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18126" y="246199"/>
            <a:ext cx="423822" cy="241300"/>
          </a:xfrm>
          <a:prstGeom prst="rect">
            <a:avLst/>
          </a:prstGeom>
        </p:spPr>
      </p:pic>
      <p:sp>
        <p:nvSpPr>
          <p:cNvPr id="9" name="Номер слайда 9">
            <a:extLst>
              <a:ext uri="{FF2B5EF4-FFF2-40B4-BE49-F238E27FC236}">
                <a16:creationId xmlns:a16="http://schemas.microsoft.com/office/drawing/2014/main" id="{D33E8C5C-FA7C-7939-DB65-10DFA21035D3}"/>
              </a:ext>
            </a:extLst>
          </p:cNvPr>
          <p:cNvSpPr>
            <a:spLocks noGrp="1"/>
          </p:cNvSpPr>
          <p:nvPr>
            <p:ph type="sldNum" sz="quarter" idx="30"/>
          </p:nvPr>
        </p:nvSpPr>
        <p:spPr>
          <a:xfrm>
            <a:off x="9277027" y="6356350"/>
            <a:ext cx="2743200" cy="365125"/>
          </a:xfrm>
        </p:spPr>
        <p:txBody>
          <a:bodyPr/>
          <a:lstStyle>
            <a:lvl1pPr>
              <a:defRPr>
                <a:solidFill>
                  <a:schemeClr val="bg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2504679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Темный макет2">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13D898-8611-AE6B-AC4F-7C021154B465}"/>
              </a:ext>
            </a:extLst>
          </p:cNvPr>
          <p:cNvSpPr/>
          <p:nvPr userDrawn="1"/>
        </p:nvSpPr>
        <p:spPr>
          <a:xfrm>
            <a:off x="-2" y="0"/>
            <a:ext cx="7505123" cy="6858000"/>
          </a:xfrm>
          <a:prstGeom prst="rect">
            <a:avLst/>
          </a:prstGeom>
          <a:solidFill>
            <a:srgbClr val="121117"/>
          </a:solidFill>
          <a:ln>
            <a:noFill/>
          </a:ln>
        </p:spPr>
        <p:style>
          <a:lnRef idx="1">
            <a:schemeClr val="dk1"/>
          </a:lnRef>
          <a:fillRef idx="3">
            <a:schemeClr val="dk1"/>
          </a:fillRef>
          <a:effectRef idx="2">
            <a:schemeClr val="dk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1" i="0" u="none" strike="noStrike" kern="0" cap="none" spc="0" normalizeH="0" baseline="0" noProof="0" dirty="0" err="1">
              <a:ln>
                <a:noFill/>
              </a:ln>
              <a:solidFill>
                <a:srgbClr val="000000"/>
              </a:solidFill>
              <a:effectLst/>
              <a:uLnTx/>
              <a:uFillTx/>
              <a:latin typeface="Arial"/>
              <a:ea typeface="+mn-ea"/>
              <a:cs typeface="+mn-cs"/>
              <a:sym typeface="Arial"/>
            </a:endParaRPr>
          </a:p>
        </p:txBody>
      </p:sp>
      <p:sp>
        <p:nvSpPr>
          <p:cNvPr id="8" name="Текст 77">
            <a:extLst>
              <a:ext uri="{FF2B5EF4-FFF2-40B4-BE49-F238E27FC236}">
                <a16:creationId xmlns:a16="http://schemas.microsoft.com/office/drawing/2014/main" id="{2F292705-160D-3754-BF04-D01125BC20A3}"/>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9" name="Текст 79">
            <a:extLst>
              <a:ext uri="{FF2B5EF4-FFF2-40B4-BE49-F238E27FC236}">
                <a16:creationId xmlns:a16="http://schemas.microsoft.com/office/drawing/2014/main" id="{1D3D9E62-9362-E1C1-3749-8D4C8100E69D}"/>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10" name="Текст 79">
            <a:extLst>
              <a:ext uri="{FF2B5EF4-FFF2-40B4-BE49-F238E27FC236}">
                <a16:creationId xmlns:a16="http://schemas.microsoft.com/office/drawing/2014/main" id="{57AABAE7-6FAA-A0EE-058F-7B4AF2616AD0}"/>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12" name="Номер слайда 9">
            <a:extLst>
              <a:ext uri="{FF2B5EF4-FFF2-40B4-BE49-F238E27FC236}">
                <a16:creationId xmlns:a16="http://schemas.microsoft.com/office/drawing/2014/main" id="{7A864E1C-A912-1D23-6B70-7EF94F256C1F}"/>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634412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Темный макет6">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81A48A8E-02FB-A65A-093E-8C8FDEA3B581}"/>
              </a:ext>
            </a:extLst>
          </p:cNvPr>
          <p:cNvSpPr/>
          <p:nvPr userDrawn="1"/>
        </p:nvSpPr>
        <p:spPr>
          <a:xfrm>
            <a:off x="-2" y="0"/>
            <a:ext cx="7712506" cy="6858000"/>
          </a:xfrm>
          <a:prstGeom prst="rect">
            <a:avLst/>
          </a:prstGeom>
          <a:solidFill>
            <a:srgbClr val="121117"/>
          </a:solidFill>
          <a:ln w="635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err="1">
              <a:ln>
                <a:noFill/>
              </a:ln>
              <a:solidFill>
                <a:srgbClr val="000000"/>
              </a:solidFill>
              <a:effectLst/>
              <a:uLnTx/>
              <a:uFillTx/>
              <a:latin typeface="Arial" panose="020B0604020202020204" pitchFamily="34" charset="0"/>
              <a:ea typeface="+mn-ea"/>
              <a:cs typeface="+mn-cs"/>
              <a:sym typeface="Arial"/>
            </a:endParaRPr>
          </a:p>
        </p:txBody>
      </p:sp>
      <p:sp>
        <p:nvSpPr>
          <p:cNvPr id="4" name="Овал 3">
            <a:extLst>
              <a:ext uri="{FF2B5EF4-FFF2-40B4-BE49-F238E27FC236}">
                <a16:creationId xmlns:a16="http://schemas.microsoft.com/office/drawing/2014/main" id="{6CBB61EB-BD30-7272-8B72-F5F947BF509C}"/>
              </a:ext>
            </a:extLst>
          </p:cNvPr>
          <p:cNvSpPr/>
          <p:nvPr userDrawn="1"/>
        </p:nvSpPr>
        <p:spPr>
          <a:xfrm>
            <a:off x="4191821" y="-1558017"/>
            <a:ext cx="4386026" cy="10058400"/>
          </a:xfrm>
          <a:prstGeom prst="ellipse">
            <a:avLst/>
          </a:prstGeom>
          <a:solidFill>
            <a:sysClr val="window" lastClr="FFFFFF"/>
          </a:solidFill>
          <a:ln w="635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err="1">
              <a:ln>
                <a:noFill/>
              </a:ln>
              <a:solidFill>
                <a:srgbClr val="000000"/>
              </a:solidFill>
              <a:effectLst/>
              <a:uLnTx/>
              <a:uFillTx/>
              <a:latin typeface="Arial" panose="020B0604020202020204" pitchFamily="34" charset="0"/>
              <a:ea typeface="+mn-ea"/>
              <a:cs typeface="+mn-cs"/>
              <a:sym typeface="Arial"/>
            </a:endParaRPr>
          </a:p>
        </p:txBody>
      </p:sp>
      <p:sp>
        <p:nvSpPr>
          <p:cNvPr id="5" name="Текст 77">
            <a:extLst>
              <a:ext uri="{FF2B5EF4-FFF2-40B4-BE49-F238E27FC236}">
                <a16:creationId xmlns:a16="http://schemas.microsoft.com/office/drawing/2014/main" id="{45323838-79D1-A80A-162D-21CA5A8C5450}"/>
              </a:ext>
            </a:extLst>
          </p:cNvPr>
          <p:cNvSpPr>
            <a:spLocks noGrp="1"/>
          </p:cNvSpPr>
          <p:nvPr>
            <p:ph type="body" sz="quarter" idx="23" hasCustomPrompt="1"/>
          </p:nvPr>
        </p:nvSpPr>
        <p:spPr>
          <a:xfrm>
            <a:off x="614586" y="1756729"/>
            <a:ext cx="3295144" cy="2419124"/>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7BE3143C-45A9-0550-2718-DDEFCBBFFAFA}"/>
              </a:ext>
            </a:extLst>
          </p:cNvPr>
          <p:cNvSpPr>
            <a:spLocks noGrp="1"/>
          </p:cNvSpPr>
          <p:nvPr>
            <p:ph type="body" sz="quarter" idx="24" hasCustomPrompt="1"/>
          </p:nvPr>
        </p:nvSpPr>
        <p:spPr>
          <a:xfrm>
            <a:off x="614587" y="4343401"/>
            <a:ext cx="3577234" cy="885371"/>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8" name="Номер слайда 9">
            <a:extLst>
              <a:ext uri="{FF2B5EF4-FFF2-40B4-BE49-F238E27FC236}">
                <a16:creationId xmlns:a16="http://schemas.microsoft.com/office/drawing/2014/main" id="{9A63767F-DFEA-9A05-30CD-755582F88FF0}"/>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1555108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емный макет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21E474-3AA5-3411-3B18-FDA51F409E33}"/>
              </a:ext>
            </a:extLst>
          </p:cNvPr>
          <p:cNvSpPr/>
          <p:nvPr userDrawn="1"/>
        </p:nvSpPr>
        <p:spPr>
          <a:xfrm>
            <a:off x="2" y="-1"/>
            <a:ext cx="4140678" cy="6858001"/>
          </a:xfrm>
          <a:prstGeom prst="rect">
            <a:avLst/>
          </a:prstGeom>
          <a:solidFill>
            <a:srgbClr val="12111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 name="Текст 77">
            <a:extLst>
              <a:ext uri="{FF2B5EF4-FFF2-40B4-BE49-F238E27FC236}">
                <a16:creationId xmlns:a16="http://schemas.microsoft.com/office/drawing/2014/main" id="{E7C076F0-A739-3FB8-C599-D573DCC75485}"/>
              </a:ext>
            </a:extLst>
          </p:cNvPr>
          <p:cNvSpPr>
            <a:spLocks noGrp="1"/>
          </p:cNvSpPr>
          <p:nvPr>
            <p:ph type="body" sz="quarter" idx="23" hasCustomPrompt="1"/>
          </p:nvPr>
        </p:nvSpPr>
        <p:spPr>
          <a:xfrm>
            <a:off x="508504" y="2148840"/>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4" name="Текст 79">
            <a:extLst>
              <a:ext uri="{FF2B5EF4-FFF2-40B4-BE49-F238E27FC236}">
                <a16:creationId xmlns:a16="http://schemas.microsoft.com/office/drawing/2014/main" id="{58534BCD-1C25-17E4-37AA-A86EEFE190E3}"/>
              </a:ext>
            </a:extLst>
          </p:cNvPr>
          <p:cNvSpPr>
            <a:spLocks noGrp="1"/>
          </p:cNvSpPr>
          <p:nvPr>
            <p:ph type="body" sz="quarter" idx="25" hasCustomPrompt="1"/>
          </p:nvPr>
        </p:nvSpPr>
        <p:spPr>
          <a:xfrm>
            <a:off x="508504" y="1695061"/>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5" name="Текст 77">
            <a:extLst>
              <a:ext uri="{FF2B5EF4-FFF2-40B4-BE49-F238E27FC236}">
                <a16:creationId xmlns:a16="http://schemas.microsoft.com/office/drawing/2014/main" id="{B81A4536-212E-6AAF-412D-3CD9DDD0D840}"/>
              </a:ext>
            </a:extLst>
          </p:cNvPr>
          <p:cNvSpPr>
            <a:spLocks noGrp="1"/>
          </p:cNvSpPr>
          <p:nvPr>
            <p:ph type="body" sz="quarter" idx="26" hasCustomPrompt="1"/>
          </p:nvPr>
        </p:nvSpPr>
        <p:spPr>
          <a:xfrm>
            <a:off x="5202285" y="2148840"/>
            <a:ext cx="5390953" cy="867930"/>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83CAE350-2EAB-A4B8-2AE9-4CA46D916D57}"/>
              </a:ext>
            </a:extLst>
          </p:cNvPr>
          <p:cNvSpPr>
            <a:spLocks noGrp="1"/>
          </p:cNvSpPr>
          <p:nvPr>
            <p:ph type="body" sz="quarter" idx="27" hasCustomPrompt="1"/>
          </p:nvPr>
        </p:nvSpPr>
        <p:spPr>
          <a:xfrm>
            <a:off x="5202285" y="3429000"/>
            <a:ext cx="5852460" cy="1602490"/>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7" name="Текст 79">
            <a:extLst>
              <a:ext uri="{FF2B5EF4-FFF2-40B4-BE49-F238E27FC236}">
                <a16:creationId xmlns:a16="http://schemas.microsoft.com/office/drawing/2014/main" id="{F535A270-7FE2-121D-B15B-C6F290CD0904}"/>
              </a:ext>
            </a:extLst>
          </p:cNvPr>
          <p:cNvSpPr>
            <a:spLocks noGrp="1"/>
          </p:cNvSpPr>
          <p:nvPr>
            <p:ph type="body" sz="quarter" idx="28" hasCustomPrompt="1"/>
          </p:nvPr>
        </p:nvSpPr>
        <p:spPr>
          <a:xfrm>
            <a:off x="5202285" y="1551945"/>
            <a:ext cx="5852460"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9" name="Номер слайда 9">
            <a:extLst>
              <a:ext uri="{FF2B5EF4-FFF2-40B4-BE49-F238E27FC236}">
                <a16:creationId xmlns:a16="http://schemas.microsoft.com/office/drawing/2014/main" id="{BB7B3851-07AC-438F-ED1E-45F5B793C547}"/>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2274127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Два блока">
    <p:spTree>
      <p:nvGrpSpPr>
        <p:cNvPr id="1" name=""/>
        <p:cNvGrpSpPr/>
        <p:nvPr/>
      </p:nvGrpSpPr>
      <p:grpSpPr>
        <a:xfrm>
          <a:off x="0" y="0"/>
          <a:ext cx="0" cy="0"/>
          <a:chOff x="0" y="0"/>
          <a:chExt cx="0" cy="0"/>
        </a:xfrm>
      </p:grpSpPr>
      <p:sp>
        <p:nvSpPr>
          <p:cNvPr id="7" name="Скругленный прямоугольник 6">
            <a:extLst>
              <a:ext uri="{FF2B5EF4-FFF2-40B4-BE49-F238E27FC236}">
                <a16:creationId xmlns:a16="http://schemas.microsoft.com/office/drawing/2014/main" id="{8474A092-5958-D808-B5E6-5C95BF102A5C}"/>
              </a:ext>
            </a:extLst>
          </p:cNvPr>
          <p:cNvSpPr/>
          <p:nvPr userDrawn="1"/>
        </p:nvSpPr>
        <p:spPr>
          <a:xfrm>
            <a:off x="948257" y="2286828"/>
            <a:ext cx="5583172" cy="3922294"/>
          </a:xfrm>
          <a:prstGeom prst="roundRect">
            <a:avLst>
              <a:gd name="adj" fmla="val 10662"/>
            </a:avLst>
          </a:prstGeom>
          <a:solidFill>
            <a:srgbClr val="E7E7E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Скругленный прямоугольник 7">
            <a:extLst>
              <a:ext uri="{FF2B5EF4-FFF2-40B4-BE49-F238E27FC236}">
                <a16:creationId xmlns:a16="http://schemas.microsoft.com/office/drawing/2014/main" id="{931CF411-CF4C-7B97-0F8E-86CF2EAAAEED}"/>
              </a:ext>
            </a:extLst>
          </p:cNvPr>
          <p:cNvSpPr/>
          <p:nvPr userDrawn="1"/>
        </p:nvSpPr>
        <p:spPr>
          <a:xfrm>
            <a:off x="5749048" y="2286828"/>
            <a:ext cx="5275121" cy="3922294"/>
          </a:xfrm>
          <a:prstGeom prst="roundRect">
            <a:avLst>
              <a:gd name="adj" fmla="val 11015"/>
            </a:avLst>
          </a:prstGeom>
          <a:solidFill>
            <a:srgbClr val="E7E7E7"/>
          </a:solidFill>
          <a:ln w="25400" cap="flat" cmpd="sng" algn="ctr">
            <a:noFill/>
            <a:prstDash val="solid"/>
          </a:ln>
          <a:effectLst>
            <a:outerShdw blurRad="225242" dist="38100" dir="10800000" algn="r" rotWithShape="0">
              <a:prstClr val="black">
                <a:alpha val="1896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 name="Текст 77">
            <a:extLst>
              <a:ext uri="{FF2B5EF4-FFF2-40B4-BE49-F238E27FC236}">
                <a16:creationId xmlns:a16="http://schemas.microsoft.com/office/drawing/2014/main" id="{460D2030-760A-36D6-FB30-764C2E05BADE}"/>
              </a:ext>
            </a:extLst>
          </p:cNvPr>
          <p:cNvSpPr>
            <a:spLocks noGrp="1"/>
          </p:cNvSpPr>
          <p:nvPr>
            <p:ph type="body" sz="quarter" idx="17" hasCustomPrompt="1"/>
          </p:nvPr>
        </p:nvSpPr>
        <p:spPr>
          <a:xfrm>
            <a:off x="1648885" y="2986314"/>
            <a:ext cx="3523615" cy="885371"/>
          </a:xfrm>
          <a:prstGeom prst="rect">
            <a:avLst/>
          </a:prstGeom>
        </p:spPr>
        <p:txBody>
          <a:bodyPr wrap="square" anchor="b">
            <a:spAutoFit/>
          </a:bodyPr>
          <a:lstStyle>
            <a:lvl1pPr marL="0" indent="0">
              <a:lnSpc>
                <a:spcPct val="100000"/>
              </a:lnSpc>
              <a:buNone/>
              <a:defRPr sz="24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a:t>
            </a:r>
            <a:endParaRPr lang="ru-RU" dirty="0"/>
          </a:p>
        </p:txBody>
      </p:sp>
      <p:sp>
        <p:nvSpPr>
          <p:cNvPr id="10" name="Текст 79">
            <a:extLst>
              <a:ext uri="{FF2B5EF4-FFF2-40B4-BE49-F238E27FC236}">
                <a16:creationId xmlns:a16="http://schemas.microsoft.com/office/drawing/2014/main" id="{58FC9D08-71AC-AB73-1516-7603C10832D0}"/>
              </a:ext>
            </a:extLst>
          </p:cNvPr>
          <p:cNvSpPr>
            <a:spLocks noGrp="1"/>
          </p:cNvSpPr>
          <p:nvPr>
            <p:ph type="body" sz="quarter" idx="18" hasCustomPrompt="1"/>
          </p:nvPr>
        </p:nvSpPr>
        <p:spPr>
          <a:xfrm>
            <a:off x="1648885" y="4249707"/>
            <a:ext cx="3523615" cy="1255728"/>
          </a:xfrm>
          <a:prstGeom prst="rect">
            <a:avLst/>
          </a:prstGeom>
        </p:spPr>
        <p:txBody>
          <a:bodyPr wrap="square">
            <a:spAutoFit/>
          </a:bodyPr>
          <a:lstStyle>
            <a:lvl1pPr marL="0" indent="0">
              <a:spcAft>
                <a:spcPts val="0"/>
              </a:spcAft>
              <a:buNone/>
              <a:defRPr sz="1400" b="0" i="0">
                <a:solidFill>
                  <a:schemeClr val="tx1"/>
                </a:solidFill>
                <a:latin typeface="Arial" panose="020B0604020202020204" pitchFamily="34" charset="0"/>
                <a:cs typeface="Arial" panose="020B0604020202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11" name="Текст 77">
            <a:extLst>
              <a:ext uri="{FF2B5EF4-FFF2-40B4-BE49-F238E27FC236}">
                <a16:creationId xmlns:a16="http://schemas.microsoft.com/office/drawing/2014/main" id="{CA76F4DA-F6D8-2771-2CB1-B648D2E1D722}"/>
              </a:ext>
            </a:extLst>
          </p:cNvPr>
          <p:cNvSpPr>
            <a:spLocks noGrp="1"/>
          </p:cNvSpPr>
          <p:nvPr>
            <p:ph type="body" sz="quarter" idx="19" hasCustomPrompt="1"/>
          </p:nvPr>
        </p:nvSpPr>
        <p:spPr>
          <a:xfrm>
            <a:off x="6520634" y="2986314"/>
            <a:ext cx="3523615" cy="885371"/>
          </a:xfrm>
          <a:prstGeom prst="rect">
            <a:avLst/>
          </a:prstGeom>
        </p:spPr>
        <p:txBody>
          <a:bodyPr wrap="square" anchor="b">
            <a:spAutoFit/>
          </a:bodyPr>
          <a:lstStyle>
            <a:lvl1pPr marL="0" indent="0">
              <a:lnSpc>
                <a:spcPct val="100000"/>
              </a:lnSpc>
              <a:buNone/>
              <a:defRPr sz="24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a:t>
            </a:r>
            <a:endParaRPr lang="ru-RU" dirty="0"/>
          </a:p>
        </p:txBody>
      </p:sp>
      <p:sp>
        <p:nvSpPr>
          <p:cNvPr id="12" name="Текст 79">
            <a:extLst>
              <a:ext uri="{FF2B5EF4-FFF2-40B4-BE49-F238E27FC236}">
                <a16:creationId xmlns:a16="http://schemas.microsoft.com/office/drawing/2014/main" id="{B5005C15-FCE8-C3D9-D4F8-2797AD419B8D}"/>
              </a:ext>
            </a:extLst>
          </p:cNvPr>
          <p:cNvSpPr>
            <a:spLocks noGrp="1"/>
          </p:cNvSpPr>
          <p:nvPr>
            <p:ph type="body" sz="quarter" idx="20" hasCustomPrompt="1"/>
          </p:nvPr>
        </p:nvSpPr>
        <p:spPr>
          <a:xfrm>
            <a:off x="6520634" y="4249707"/>
            <a:ext cx="3523615" cy="1255728"/>
          </a:xfrm>
          <a:prstGeom prst="rect">
            <a:avLst/>
          </a:prstGeom>
        </p:spPr>
        <p:txBody>
          <a:bodyPr wrap="square">
            <a:spAutoFit/>
          </a:bodyPr>
          <a:lstStyle>
            <a:lvl1pPr marL="0" indent="0">
              <a:spcAft>
                <a:spcPts val="0"/>
              </a:spcAft>
              <a:buNone/>
              <a:defRPr sz="1400" b="0" i="0">
                <a:solidFill>
                  <a:schemeClr val="tx1"/>
                </a:solidFill>
                <a:latin typeface="Arial" panose="020B0604020202020204" pitchFamily="34" charset="0"/>
                <a:cs typeface="Arial" panose="020B0604020202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13" name="Заголовок 1">
            <a:extLst>
              <a:ext uri="{FF2B5EF4-FFF2-40B4-BE49-F238E27FC236}">
                <a16:creationId xmlns:a16="http://schemas.microsoft.com/office/drawing/2014/main" id="{DBF2C948-918B-BE1C-5CE9-BB824379C05B}"/>
              </a:ext>
            </a:extLst>
          </p:cNvPr>
          <p:cNvSpPr>
            <a:spLocks noGrp="1"/>
          </p:cNvSpPr>
          <p:nvPr>
            <p:ph type="ctrTitle"/>
          </p:nvPr>
        </p:nvSpPr>
        <p:spPr>
          <a:xfrm>
            <a:off x="464548" y="552244"/>
            <a:ext cx="11241782" cy="1365993"/>
          </a:xfrm>
          <a:prstGeom prst="rect">
            <a:avLst/>
          </a:prstGeom>
        </p:spPr>
        <p:txBody>
          <a:bodyPr anchor="t"/>
          <a:lstStyle>
            <a:lvl1pPr algn="l">
              <a:defRPr sz="3600" b="1" i="0">
                <a:solidFill>
                  <a:schemeClr val="tx1"/>
                </a:solidFill>
                <a:latin typeface="Arial Black" panose="020B0604020202020204" pitchFamily="34" charset="0"/>
                <a:cs typeface="Arial Black" panose="020B0604020202020204" pitchFamily="34" charset="0"/>
              </a:defRPr>
            </a:lvl1pPr>
          </a:lstStyle>
          <a:p>
            <a:r>
              <a:rPr lang="ru-RU" dirty="0"/>
              <a:t>Образец заголовка</a:t>
            </a:r>
          </a:p>
        </p:txBody>
      </p:sp>
      <p:sp>
        <p:nvSpPr>
          <p:cNvPr id="14" name="Номер слайда 9">
            <a:extLst>
              <a:ext uri="{FF2B5EF4-FFF2-40B4-BE49-F238E27FC236}">
                <a16:creationId xmlns:a16="http://schemas.microsoft.com/office/drawing/2014/main" id="{B1FF38DF-D9AD-5B6C-4B52-6FA244679E9B}"/>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2770985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Три блока">
    <p:spTree>
      <p:nvGrpSpPr>
        <p:cNvPr id="1" name=""/>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5B56E4B5-994A-6DB3-9B99-71BA8C0D1D4B}"/>
              </a:ext>
            </a:extLst>
          </p:cNvPr>
          <p:cNvSpPr/>
          <p:nvPr userDrawn="1"/>
        </p:nvSpPr>
        <p:spPr>
          <a:xfrm>
            <a:off x="538824" y="2341419"/>
            <a:ext cx="4610692" cy="3922294"/>
          </a:xfrm>
          <a:prstGeom prst="roundRect">
            <a:avLst>
              <a:gd name="adj" fmla="val 10662"/>
            </a:avLst>
          </a:prstGeom>
          <a:solidFill>
            <a:srgbClr val="E7E7E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 name="Скругленный прямоугольник 2">
            <a:extLst>
              <a:ext uri="{FF2B5EF4-FFF2-40B4-BE49-F238E27FC236}">
                <a16:creationId xmlns:a16="http://schemas.microsoft.com/office/drawing/2014/main" id="{7ADD5312-C02D-AEE2-C690-B1852A033B09}"/>
              </a:ext>
            </a:extLst>
          </p:cNvPr>
          <p:cNvSpPr/>
          <p:nvPr userDrawn="1"/>
        </p:nvSpPr>
        <p:spPr>
          <a:xfrm>
            <a:off x="3905207" y="2341418"/>
            <a:ext cx="3949578" cy="3922294"/>
          </a:xfrm>
          <a:prstGeom prst="roundRect">
            <a:avLst>
              <a:gd name="adj" fmla="val 11015"/>
            </a:avLst>
          </a:prstGeom>
          <a:solidFill>
            <a:srgbClr val="E7E7E7"/>
          </a:solidFill>
          <a:ln w="25400" cap="flat" cmpd="sng" algn="ctr">
            <a:noFill/>
            <a:prstDash val="solid"/>
          </a:ln>
          <a:effectLst>
            <a:outerShdw blurRad="225242" dist="38100" dir="10800000" algn="r" rotWithShape="0">
              <a:prstClr val="black">
                <a:alpha val="1896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Скругленный прямоугольник 3">
            <a:extLst>
              <a:ext uri="{FF2B5EF4-FFF2-40B4-BE49-F238E27FC236}">
                <a16:creationId xmlns:a16="http://schemas.microsoft.com/office/drawing/2014/main" id="{F8BA42B4-19E9-9EAE-B709-E07FD6F9DE2D}"/>
              </a:ext>
            </a:extLst>
          </p:cNvPr>
          <p:cNvSpPr/>
          <p:nvPr userDrawn="1"/>
        </p:nvSpPr>
        <p:spPr>
          <a:xfrm>
            <a:off x="7286193" y="2341418"/>
            <a:ext cx="3934975" cy="3922294"/>
          </a:xfrm>
          <a:prstGeom prst="roundRect">
            <a:avLst>
              <a:gd name="adj" fmla="val 10662"/>
            </a:avLst>
          </a:prstGeom>
          <a:solidFill>
            <a:srgbClr val="E7E7E7"/>
          </a:solidFill>
          <a:ln w="25400" cap="flat" cmpd="sng" algn="ctr">
            <a:noFill/>
            <a:prstDash val="solid"/>
          </a:ln>
          <a:effectLst>
            <a:outerShdw blurRad="225242" dist="38100" dir="10800000" algn="r" rotWithShape="0">
              <a:prstClr val="black">
                <a:alpha val="1896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Текст 77">
            <a:extLst>
              <a:ext uri="{FF2B5EF4-FFF2-40B4-BE49-F238E27FC236}">
                <a16:creationId xmlns:a16="http://schemas.microsoft.com/office/drawing/2014/main" id="{A8B8511D-3B9E-E915-C4C2-E7AFBBC6006D}"/>
              </a:ext>
            </a:extLst>
          </p:cNvPr>
          <p:cNvSpPr>
            <a:spLocks noGrp="1"/>
          </p:cNvSpPr>
          <p:nvPr>
            <p:ph type="body" sz="quarter" idx="17" hasCustomPrompt="1"/>
          </p:nvPr>
        </p:nvSpPr>
        <p:spPr>
          <a:xfrm>
            <a:off x="884611" y="2941094"/>
            <a:ext cx="2681654" cy="608372"/>
          </a:xfrm>
          <a:prstGeom prst="rect">
            <a:avLst/>
          </a:prstGeom>
        </p:spPr>
        <p:txBody>
          <a:bodyPr wrap="square" anchor="b">
            <a:spAutoFit/>
          </a:bodyPr>
          <a:lstStyle>
            <a:lvl1pPr marL="0" indent="0">
              <a:lnSpc>
                <a:spcPct val="100000"/>
              </a:lnSpc>
              <a:buNone/>
              <a:defRPr sz="14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a:t>
            </a:r>
            <a:endParaRPr lang="ru-RU" dirty="0"/>
          </a:p>
        </p:txBody>
      </p:sp>
      <p:sp>
        <p:nvSpPr>
          <p:cNvPr id="6" name="Текст 79">
            <a:extLst>
              <a:ext uri="{FF2B5EF4-FFF2-40B4-BE49-F238E27FC236}">
                <a16:creationId xmlns:a16="http://schemas.microsoft.com/office/drawing/2014/main" id="{CCCA11C5-E993-B876-0DC2-78718DFDA39F}"/>
              </a:ext>
            </a:extLst>
          </p:cNvPr>
          <p:cNvSpPr>
            <a:spLocks noGrp="1"/>
          </p:cNvSpPr>
          <p:nvPr>
            <p:ph type="body" sz="quarter" idx="18" hasCustomPrompt="1"/>
          </p:nvPr>
        </p:nvSpPr>
        <p:spPr>
          <a:xfrm>
            <a:off x="884611" y="3894865"/>
            <a:ext cx="2681654" cy="1255728"/>
          </a:xfrm>
          <a:prstGeom prst="rect">
            <a:avLst/>
          </a:prstGeom>
        </p:spPr>
        <p:txBody>
          <a:bodyPr wrap="square">
            <a:spAutoFit/>
          </a:bodyPr>
          <a:lstStyle>
            <a:lvl1pPr marL="0" indent="0">
              <a:spcAft>
                <a:spcPts val="0"/>
              </a:spcAft>
              <a:buNone/>
              <a:defRPr sz="1200" b="0" i="0">
                <a:solidFill>
                  <a:schemeClr val="tx1"/>
                </a:solidFill>
                <a:latin typeface="Arial" panose="020B0604020202020204" pitchFamily="34" charset="0"/>
                <a:cs typeface="Arial" panose="020B0604020202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9" name="Текст 77">
            <a:extLst>
              <a:ext uri="{FF2B5EF4-FFF2-40B4-BE49-F238E27FC236}">
                <a16:creationId xmlns:a16="http://schemas.microsoft.com/office/drawing/2014/main" id="{205D4EA4-5FDA-1637-A78E-08BA4B36646A}"/>
              </a:ext>
            </a:extLst>
          </p:cNvPr>
          <p:cNvSpPr>
            <a:spLocks noGrp="1"/>
          </p:cNvSpPr>
          <p:nvPr>
            <p:ph type="body" sz="quarter" idx="19" hasCustomPrompt="1"/>
          </p:nvPr>
        </p:nvSpPr>
        <p:spPr>
          <a:xfrm>
            <a:off x="4226388" y="2941094"/>
            <a:ext cx="2681654" cy="608372"/>
          </a:xfrm>
          <a:prstGeom prst="rect">
            <a:avLst/>
          </a:prstGeom>
        </p:spPr>
        <p:txBody>
          <a:bodyPr wrap="square" anchor="b">
            <a:spAutoFit/>
          </a:bodyPr>
          <a:lstStyle>
            <a:lvl1pPr marL="0" indent="0">
              <a:lnSpc>
                <a:spcPct val="100000"/>
              </a:lnSpc>
              <a:buNone/>
              <a:defRPr sz="14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a:t>
            </a:r>
            <a:endParaRPr lang="ru-RU" dirty="0"/>
          </a:p>
        </p:txBody>
      </p:sp>
      <p:sp>
        <p:nvSpPr>
          <p:cNvPr id="10" name="Текст 79">
            <a:extLst>
              <a:ext uri="{FF2B5EF4-FFF2-40B4-BE49-F238E27FC236}">
                <a16:creationId xmlns:a16="http://schemas.microsoft.com/office/drawing/2014/main" id="{FE8160DF-2030-FB16-A158-0C50009B48E1}"/>
              </a:ext>
            </a:extLst>
          </p:cNvPr>
          <p:cNvSpPr>
            <a:spLocks noGrp="1"/>
          </p:cNvSpPr>
          <p:nvPr>
            <p:ph type="body" sz="quarter" idx="20" hasCustomPrompt="1"/>
          </p:nvPr>
        </p:nvSpPr>
        <p:spPr>
          <a:xfrm>
            <a:off x="4226388" y="3894865"/>
            <a:ext cx="2681654" cy="1255728"/>
          </a:xfrm>
          <a:prstGeom prst="rect">
            <a:avLst/>
          </a:prstGeom>
        </p:spPr>
        <p:txBody>
          <a:bodyPr wrap="square">
            <a:spAutoFit/>
          </a:bodyPr>
          <a:lstStyle>
            <a:lvl1pPr marL="0" indent="0">
              <a:spcAft>
                <a:spcPts val="0"/>
              </a:spcAft>
              <a:buNone/>
              <a:defRPr sz="1200" b="0" i="0">
                <a:solidFill>
                  <a:schemeClr val="tx1"/>
                </a:solidFill>
                <a:latin typeface="Arial" panose="020B0604020202020204" pitchFamily="34" charset="0"/>
                <a:cs typeface="Arial" panose="020B0604020202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11" name="Текст 77">
            <a:extLst>
              <a:ext uri="{FF2B5EF4-FFF2-40B4-BE49-F238E27FC236}">
                <a16:creationId xmlns:a16="http://schemas.microsoft.com/office/drawing/2014/main" id="{D77BA216-6007-9839-919E-04F92263EE35}"/>
              </a:ext>
            </a:extLst>
          </p:cNvPr>
          <p:cNvSpPr>
            <a:spLocks noGrp="1"/>
          </p:cNvSpPr>
          <p:nvPr>
            <p:ph type="body" sz="quarter" idx="21" hasCustomPrompt="1"/>
          </p:nvPr>
        </p:nvSpPr>
        <p:spPr>
          <a:xfrm>
            <a:off x="7744987" y="2941094"/>
            <a:ext cx="2681654" cy="608372"/>
          </a:xfrm>
          <a:prstGeom prst="rect">
            <a:avLst/>
          </a:prstGeom>
        </p:spPr>
        <p:txBody>
          <a:bodyPr wrap="square" anchor="b">
            <a:spAutoFit/>
          </a:bodyPr>
          <a:lstStyle>
            <a:lvl1pPr marL="0" indent="0">
              <a:lnSpc>
                <a:spcPct val="100000"/>
              </a:lnSpc>
              <a:buNone/>
              <a:defRPr sz="14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a:t>
            </a:r>
            <a:endParaRPr lang="ru-RU" dirty="0"/>
          </a:p>
        </p:txBody>
      </p:sp>
      <p:sp>
        <p:nvSpPr>
          <p:cNvPr id="12" name="Текст 79">
            <a:extLst>
              <a:ext uri="{FF2B5EF4-FFF2-40B4-BE49-F238E27FC236}">
                <a16:creationId xmlns:a16="http://schemas.microsoft.com/office/drawing/2014/main" id="{0F69C942-5CEB-9D4D-3B66-B585211B7434}"/>
              </a:ext>
            </a:extLst>
          </p:cNvPr>
          <p:cNvSpPr>
            <a:spLocks noGrp="1"/>
          </p:cNvSpPr>
          <p:nvPr>
            <p:ph type="body" sz="quarter" idx="22" hasCustomPrompt="1"/>
          </p:nvPr>
        </p:nvSpPr>
        <p:spPr>
          <a:xfrm>
            <a:off x="7744987" y="3894865"/>
            <a:ext cx="2681654" cy="1255728"/>
          </a:xfrm>
          <a:prstGeom prst="rect">
            <a:avLst/>
          </a:prstGeom>
        </p:spPr>
        <p:txBody>
          <a:bodyPr wrap="square">
            <a:spAutoFit/>
          </a:bodyPr>
          <a:lstStyle>
            <a:lvl1pPr marL="0" indent="0">
              <a:spcAft>
                <a:spcPts val="0"/>
              </a:spcAft>
              <a:buNone/>
              <a:defRPr sz="1200" b="0" i="0">
                <a:solidFill>
                  <a:schemeClr val="tx1"/>
                </a:solidFill>
                <a:latin typeface="Arial" panose="020B0604020202020204" pitchFamily="34" charset="0"/>
                <a:cs typeface="Arial" panose="020B0604020202020204"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13" name="Заголовок 1">
            <a:extLst>
              <a:ext uri="{FF2B5EF4-FFF2-40B4-BE49-F238E27FC236}">
                <a16:creationId xmlns:a16="http://schemas.microsoft.com/office/drawing/2014/main" id="{C91249BC-617A-5C31-8298-A89A11D2AB9A}"/>
              </a:ext>
            </a:extLst>
          </p:cNvPr>
          <p:cNvSpPr>
            <a:spLocks noGrp="1"/>
          </p:cNvSpPr>
          <p:nvPr>
            <p:ph type="ctrTitle"/>
          </p:nvPr>
        </p:nvSpPr>
        <p:spPr>
          <a:xfrm>
            <a:off x="464548" y="552244"/>
            <a:ext cx="11241782" cy="1365993"/>
          </a:xfrm>
          <a:prstGeom prst="rect">
            <a:avLst/>
          </a:prstGeom>
        </p:spPr>
        <p:txBody>
          <a:bodyPr anchor="t"/>
          <a:lstStyle>
            <a:lvl1pPr algn="l">
              <a:defRPr sz="3600" b="1" i="0">
                <a:solidFill>
                  <a:schemeClr val="tx1"/>
                </a:solidFill>
                <a:latin typeface="Arial Black" panose="020B0604020202020204" pitchFamily="34" charset="0"/>
                <a:cs typeface="Arial Black" panose="020B0604020202020204" pitchFamily="34" charset="0"/>
              </a:defRPr>
            </a:lvl1pPr>
          </a:lstStyle>
          <a:p>
            <a:r>
              <a:rPr lang="ru-RU" dirty="0"/>
              <a:t>Образец заголовка</a:t>
            </a:r>
          </a:p>
        </p:txBody>
      </p:sp>
      <p:sp>
        <p:nvSpPr>
          <p:cNvPr id="14" name="Номер слайда 9">
            <a:extLst>
              <a:ext uri="{FF2B5EF4-FFF2-40B4-BE49-F238E27FC236}">
                <a16:creationId xmlns:a16="http://schemas.microsoft.com/office/drawing/2014/main" id="{BC8D69B2-2190-CC01-BDAB-C8807DB7BC1F}"/>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2362144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Перебивочный">
    <p:bg>
      <p:bgPr>
        <a:solidFill>
          <a:srgbClr val="121117"/>
        </a:solidFill>
        <a:effectLst/>
      </p:bgPr>
    </p:bg>
    <p:spTree>
      <p:nvGrpSpPr>
        <p:cNvPr id="1" name=""/>
        <p:cNvGrpSpPr/>
        <p:nvPr/>
      </p:nvGrpSpPr>
      <p:grpSpPr>
        <a:xfrm>
          <a:off x="0" y="0"/>
          <a:ext cx="0" cy="0"/>
          <a:chOff x="0" y="0"/>
          <a:chExt cx="0" cy="0"/>
        </a:xfrm>
      </p:grpSpPr>
      <p:pic>
        <p:nvPicPr>
          <p:cNvPr id="2" name="Google Shape;1978;p2">
            <a:extLst>
              <a:ext uri="{FF2B5EF4-FFF2-40B4-BE49-F238E27FC236}">
                <a16:creationId xmlns:a16="http://schemas.microsoft.com/office/drawing/2014/main" id="{B15D17EC-6B73-B504-264B-85106B8A8CCD}"/>
              </a:ext>
            </a:extLst>
          </p:cNvPr>
          <p:cNvPicPr preferRelativeResize="0"/>
          <p:nvPr userDrawn="1"/>
        </p:nvPicPr>
        <p:blipFill rotWithShape="1">
          <a:blip r:embed="rId2">
            <a:alphaModFix/>
          </a:blip>
          <a:srcRect/>
          <a:stretch/>
        </p:blipFill>
        <p:spPr>
          <a:xfrm>
            <a:off x="0" y="0"/>
            <a:ext cx="12192000" cy="6858000"/>
          </a:xfrm>
          <a:prstGeom prst="rect">
            <a:avLst/>
          </a:prstGeom>
          <a:noFill/>
          <a:ln>
            <a:noFill/>
          </a:ln>
        </p:spPr>
      </p:pic>
      <p:pic>
        <p:nvPicPr>
          <p:cNvPr id="3" name="Рисунок 2">
            <a:extLst>
              <a:ext uri="{FF2B5EF4-FFF2-40B4-BE49-F238E27FC236}">
                <a16:creationId xmlns:a16="http://schemas.microsoft.com/office/drawing/2014/main" id="{1E76AE99-5832-C45C-5D01-F0D3D16564E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2502" y="240486"/>
            <a:ext cx="423822" cy="241300"/>
          </a:xfrm>
          <a:prstGeom prst="rect">
            <a:avLst/>
          </a:prstGeom>
        </p:spPr>
      </p:pic>
      <p:sp>
        <p:nvSpPr>
          <p:cNvPr id="6" name="Подзаголовок 2">
            <a:extLst>
              <a:ext uri="{FF2B5EF4-FFF2-40B4-BE49-F238E27FC236}">
                <a16:creationId xmlns:a16="http://schemas.microsoft.com/office/drawing/2014/main" id="{813F55F6-B71D-CA83-0569-B6D1B1BE126B}"/>
              </a:ext>
            </a:extLst>
          </p:cNvPr>
          <p:cNvSpPr>
            <a:spLocks noGrp="1"/>
          </p:cNvSpPr>
          <p:nvPr>
            <p:ph type="subTitle" idx="1" hasCustomPrompt="1"/>
          </p:nvPr>
        </p:nvSpPr>
        <p:spPr>
          <a:xfrm>
            <a:off x="695325" y="2137561"/>
            <a:ext cx="7004823" cy="992983"/>
          </a:xfrm>
          <a:prstGeom prst="rect">
            <a:avLst/>
          </a:prstGeom>
        </p:spPr>
        <p:txBody>
          <a:bodyPr/>
          <a:lstStyle>
            <a:lvl1pPr marL="0" indent="0" algn="l">
              <a:buNone/>
              <a:defRPr sz="4800" b="1" i="0">
                <a:solidFill>
                  <a:schemeClr val="bg1"/>
                </a:solidFill>
                <a:latin typeface="Arial Black" panose="020B0604020202020204" pitchFamily="34" charset="0"/>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 ПОДЗАГОЛОВОК ПОДЗАГОЛОВОК</a:t>
            </a:r>
          </a:p>
        </p:txBody>
      </p:sp>
    </p:spTree>
    <p:extLst>
      <p:ext uri="{BB962C8B-B14F-4D97-AF65-F5344CB8AC3E}">
        <p14:creationId xmlns:p14="http://schemas.microsoft.com/office/powerpoint/2010/main" val="1519023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Перебивочный2">
    <p:bg>
      <p:bgPr>
        <a:solidFill>
          <a:schemeClr val="tx1"/>
        </a:solidFill>
        <a:effectLst/>
      </p:bgPr>
    </p:bg>
    <p:spTree>
      <p:nvGrpSpPr>
        <p:cNvPr id="1" name=""/>
        <p:cNvGrpSpPr/>
        <p:nvPr/>
      </p:nvGrpSpPr>
      <p:grpSpPr>
        <a:xfrm>
          <a:off x="0" y="0"/>
          <a:ext cx="0" cy="0"/>
          <a:chOff x="0" y="0"/>
          <a:chExt cx="0" cy="0"/>
        </a:xfrm>
      </p:grpSpPr>
      <p:sp>
        <p:nvSpPr>
          <p:cNvPr id="19" name="Заголовок 1">
            <a:extLst>
              <a:ext uri="{FF2B5EF4-FFF2-40B4-BE49-F238E27FC236}">
                <a16:creationId xmlns:a16="http://schemas.microsoft.com/office/drawing/2014/main" id="{CC7100EB-1A07-CB00-4BE9-91B82D965905}"/>
              </a:ext>
            </a:extLst>
          </p:cNvPr>
          <p:cNvSpPr>
            <a:spLocks noGrp="1"/>
          </p:cNvSpPr>
          <p:nvPr>
            <p:ph type="title" hasCustomPrompt="1"/>
          </p:nvPr>
        </p:nvSpPr>
        <p:spPr>
          <a:xfrm>
            <a:off x="695325" y="2590224"/>
            <a:ext cx="9937502" cy="1677552"/>
          </a:xfrm>
          <a:noFill/>
        </p:spPr>
        <p:txBody>
          <a:bodyPr vert="horz" lIns="90000" tIns="0" rIns="91440" bIns="180000" rtlCol="0" anchor="t" anchorCtr="0">
            <a:spAutoFit/>
          </a:bodyPr>
          <a:lstStyle>
            <a:lvl1pPr>
              <a:defRPr lang="ru-RU" sz="5400" b="1" i="0" dirty="0">
                <a:solidFill>
                  <a:schemeClr val="bg1"/>
                </a:solidFill>
                <a:latin typeface="Arial Black" panose="020B0604020202020204" pitchFamily="34" charset="0"/>
                <a:cs typeface="Arial Black" panose="020B0604020202020204" pitchFamily="34" charset="0"/>
              </a:defRPr>
            </a:lvl1pPr>
          </a:lstStyle>
          <a:p>
            <a:pPr lvl="0"/>
            <a:r>
              <a:rPr lang="en-US" dirty="0"/>
              <a:t>S</a:t>
            </a:r>
            <a:r>
              <a:rPr lang="en" dirty="0"/>
              <a:t>LIDE TITLE IN ONE </a:t>
            </a:r>
            <a:br>
              <a:rPr lang="en" dirty="0"/>
            </a:br>
            <a:r>
              <a:rPr lang="en" dirty="0"/>
              <a:t>OR TWO LINES</a:t>
            </a:r>
            <a:r>
              <a:rPr lang="ru-RU" dirty="0"/>
              <a:t> </a:t>
            </a:r>
          </a:p>
        </p:txBody>
      </p:sp>
    </p:spTree>
    <p:extLst>
      <p:ext uri="{BB962C8B-B14F-4D97-AF65-F5344CB8AC3E}">
        <p14:creationId xmlns:p14="http://schemas.microsoft.com/office/powerpoint/2010/main" val="3098769132"/>
      </p:ext>
    </p:extLst>
  </p:cSld>
  <p:clrMapOvr>
    <a:masterClrMapping/>
  </p:clrMapOvr>
  <p:extLst>
    <p:ext uri="{DCECCB84-F9BA-43D5-87BE-67443E8EF086}">
      <p15:sldGuideLst xmlns:p15="http://schemas.microsoft.com/office/powerpoint/2012/main">
        <p15:guide id="1" orient="horz" pos="799">
          <p15:clr>
            <a:srgbClr val="FBAE40"/>
          </p15:clr>
        </p15:guide>
        <p15:guide id="2" pos="43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Пользовательский макет">
  <p:cSld name="Пользовательский макет">
    <p:spTree>
      <p:nvGrpSpPr>
        <p:cNvPr id="1" name="Shape 17"/>
        <p:cNvGrpSpPr/>
        <p:nvPr/>
      </p:nvGrpSpPr>
      <p:grpSpPr>
        <a:xfrm>
          <a:off x="0" y="0"/>
          <a:ext cx="0" cy="0"/>
          <a:chOff x="0" y="0"/>
          <a:chExt cx="0" cy="0"/>
        </a:xfrm>
      </p:grpSpPr>
      <p:sp>
        <p:nvSpPr>
          <p:cNvPr id="18" name="Google Shape;18;p4"/>
          <p:cNvSpPr txBox="1">
            <a:spLocks noGrp="1"/>
          </p:cNvSpPr>
          <p:nvPr>
            <p:ph type="ctrTitle"/>
          </p:nvPr>
        </p:nvSpPr>
        <p:spPr>
          <a:xfrm>
            <a:off x="1236820" y="1862428"/>
            <a:ext cx="9954343" cy="136599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Arial Black"/>
              <a:buNone/>
              <a:defRPr sz="4400" b="1" i="0" u="none" strike="noStrike" cap="none">
                <a:solidFill>
                  <a:schemeClr val="lt1"/>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4"/>
          <p:cNvSpPr txBox="1">
            <a:spLocks noGrp="1"/>
          </p:cNvSpPr>
          <p:nvPr>
            <p:ph type="body" idx="1"/>
          </p:nvPr>
        </p:nvSpPr>
        <p:spPr>
          <a:xfrm>
            <a:off x="1236821" y="4594125"/>
            <a:ext cx="3922033" cy="86793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Google Shape;20;p4"/>
          <p:cNvSpPr txBox="1">
            <a:spLocks noGrp="1"/>
          </p:cNvSpPr>
          <p:nvPr>
            <p:ph type="body" idx="2"/>
          </p:nvPr>
        </p:nvSpPr>
        <p:spPr>
          <a:xfrm>
            <a:off x="5893270" y="4590713"/>
            <a:ext cx="3922033" cy="86793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4568339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Главная мысль">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0577C2F4-158F-2A01-B142-C7499335765F}"/>
              </a:ext>
            </a:extLst>
          </p:cNvPr>
          <p:cNvSpPr>
            <a:spLocks noGrp="1"/>
          </p:cNvSpPr>
          <p:nvPr>
            <p:ph type="ctrTitle" hasCustomPrompt="1"/>
          </p:nvPr>
        </p:nvSpPr>
        <p:spPr>
          <a:xfrm>
            <a:off x="950217" y="1248278"/>
            <a:ext cx="9954343" cy="1365993"/>
          </a:xfrm>
          <a:prstGeom prst="rect">
            <a:avLst/>
          </a:prstGeom>
        </p:spPr>
        <p:txBody>
          <a:bodyPr anchor="t"/>
          <a:lstStyle>
            <a:lvl1pPr algn="l">
              <a:defRPr sz="4400" b="1" i="0">
                <a:solidFill>
                  <a:schemeClr val="tx1"/>
                </a:solidFill>
                <a:latin typeface="Arial Black" panose="020B0604020202020204" pitchFamily="34" charset="0"/>
                <a:cs typeface="Arial Black" panose="020B0604020202020204" pitchFamily="34" charset="0"/>
              </a:defRPr>
            </a:lvl1pPr>
          </a:lstStyle>
          <a:p>
            <a:r>
              <a:rPr lang="ru-RU" dirty="0"/>
              <a:t>Образец </a:t>
            </a:r>
            <a:r>
              <a:rPr lang="ru-RU" dirty="0" err="1"/>
              <a:t>заголовкаОбразец</a:t>
            </a:r>
            <a:r>
              <a:rPr lang="ru-RU" dirty="0"/>
              <a:t> </a:t>
            </a:r>
            <a:r>
              <a:rPr lang="ru-RU" dirty="0" err="1"/>
              <a:t>заголовкаОбразец</a:t>
            </a:r>
            <a:r>
              <a:rPr lang="ru-RU" dirty="0"/>
              <a:t> заголовка </a:t>
            </a:r>
            <a:r>
              <a:rPr lang="ru-RU" dirty="0" err="1"/>
              <a:t>Образезаголовка</a:t>
            </a:r>
            <a:endParaRPr lang="ru-RU" dirty="0"/>
          </a:p>
        </p:txBody>
      </p:sp>
      <p:sp>
        <p:nvSpPr>
          <p:cNvPr id="4" name="Текст 79">
            <a:extLst>
              <a:ext uri="{FF2B5EF4-FFF2-40B4-BE49-F238E27FC236}">
                <a16:creationId xmlns:a16="http://schemas.microsoft.com/office/drawing/2014/main" id="{43BE7065-DC33-68C2-B078-DA2AC1F325F7}"/>
              </a:ext>
            </a:extLst>
          </p:cNvPr>
          <p:cNvSpPr>
            <a:spLocks noGrp="1"/>
          </p:cNvSpPr>
          <p:nvPr>
            <p:ph type="body" sz="quarter" idx="24" hasCustomPrompt="1"/>
          </p:nvPr>
        </p:nvSpPr>
        <p:spPr>
          <a:xfrm>
            <a:off x="950217" y="4457646"/>
            <a:ext cx="3922033" cy="867930"/>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p:txBody>
      </p:sp>
      <p:sp>
        <p:nvSpPr>
          <p:cNvPr id="5" name="Текст 79">
            <a:extLst>
              <a:ext uri="{FF2B5EF4-FFF2-40B4-BE49-F238E27FC236}">
                <a16:creationId xmlns:a16="http://schemas.microsoft.com/office/drawing/2014/main" id="{1BC4AD6D-DD5C-5F5D-BD22-20A03DE272C5}"/>
              </a:ext>
            </a:extLst>
          </p:cNvPr>
          <p:cNvSpPr>
            <a:spLocks noGrp="1"/>
          </p:cNvSpPr>
          <p:nvPr>
            <p:ph type="body" sz="quarter" idx="25" hasCustomPrompt="1"/>
          </p:nvPr>
        </p:nvSpPr>
        <p:spPr>
          <a:xfrm>
            <a:off x="5606666" y="4454234"/>
            <a:ext cx="3922033" cy="867930"/>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p:txBody>
      </p:sp>
      <p:sp>
        <p:nvSpPr>
          <p:cNvPr id="6" name="Текст 79">
            <a:extLst>
              <a:ext uri="{FF2B5EF4-FFF2-40B4-BE49-F238E27FC236}">
                <a16:creationId xmlns:a16="http://schemas.microsoft.com/office/drawing/2014/main" id="{EBB73122-C119-F1DC-EF85-372BCEEF2C2F}"/>
              </a:ext>
            </a:extLst>
          </p:cNvPr>
          <p:cNvSpPr>
            <a:spLocks noGrp="1"/>
          </p:cNvSpPr>
          <p:nvPr>
            <p:ph type="body" sz="quarter" idx="26" hasCustomPrompt="1"/>
          </p:nvPr>
        </p:nvSpPr>
        <p:spPr>
          <a:xfrm>
            <a:off x="950217" y="3809765"/>
            <a:ext cx="3922033" cy="313932"/>
          </a:xfrm>
          <a:prstGeom prst="rect">
            <a:avLst/>
          </a:prstGeom>
        </p:spPr>
        <p:txBody>
          <a:bodyPr wrap="square">
            <a:spAutoFit/>
          </a:bodyPr>
          <a:lstStyle>
            <a:lvl1pPr marL="0" indent="0" algn="l">
              <a:spcAft>
                <a:spcPts val="0"/>
              </a:spcAft>
              <a:buNone/>
              <a:defRPr sz="1600" b="1" i="0">
                <a:gradFill>
                  <a:gsLst>
                    <a:gs pos="0">
                      <a:srgbClr val="CA1A69"/>
                    </a:gs>
                    <a:gs pos="77000">
                      <a:srgbClr val="C83846"/>
                    </a:gs>
                    <a:gs pos="100000">
                      <a:srgbClr val="DF5653"/>
                    </a:gs>
                  </a:gsLst>
                  <a:lin ang="10800000" scaled="1"/>
                </a:gra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7" name="Текст 79">
            <a:extLst>
              <a:ext uri="{FF2B5EF4-FFF2-40B4-BE49-F238E27FC236}">
                <a16:creationId xmlns:a16="http://schemas.microsoft.com/office/drawing/2014/main" id="{828AF53C-346F-132F-3DBA-0C26894C5ACE}"/>
              </a:ext>
            </a:extLst>
          </p:cNvPr>
          <p:cNvSpPr>
            <a:spLocks noGrp="1"/>
          </p:cNvSpPr>
          <p:nvPr>
            <p:ph type="body" sz="quarter" idx="27" hasCustomPrompt="1"/>
          </p:nvPr>
        </p:nvSpPr>
        <p:spPr>
          <a:xfrm>
            <a:off x="5606666" y="3806353"/>
            <a:ext cx="3922033" cy="313932"/>
          </a:xfrm>
          <a:prstGeom prst="rect">
            <a:avLst/>
          </a:prstGeom>
        </p:spPr>
        <p:txBody>
          <a:bodyPr wrap="square">
            <a:spAutoFit/>
          </a:bodyPr>
          <a:lstStyle>
            <a:lvl1pPr marL="0" indent="0" algn="l">
              <a:spcAft>
                <a:spcPts val="0"/>
              </a:spcAft>
              <a:buNone/>
              <a:defRPr sz="1600" b="1" i="0">
                <a:gradFill>
                  <a:gsLst>
                    <a:gs pos="0">
                      <a:srgbClr val="CA1A69"/>
                    </a:gs>
                    <a:gs pos="77000">
                      <a:srgbClr val="C83846"/>
                    </a:gs>
                    <a:gs pos="100000">
                      <a:srgbClr val="DF5653"/>
                    </a:gs>
                  </a:gsLst>
                  <a:lin ang="10800000" scaled="1"/>
                </a:gra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11" name="Номер слайда 9">
            <a:extLst>
              <a:ext uri="{FF2B5EF4-FFF2-40B4-BE49-F238E27FC236}">
                <a16:creationId xmlns:a16="http://schemas.microsoft.com/office/drawing/2014/main" id="{DB437D45-478A-E1DA-336A-F6D44E6EE90C}"/>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536765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Темный макет">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A6EA8C-8359-5A7B-6EC3-F530C7CFC449}"/>
              </a:ext>
            </a:extLst>
          </p:cNvPr>
          <p:cNvSpPr/>
          <p:nvPr userDrawn="1"/>
        </p:nvSpPr>
        <p:spPr>
          <a:xfrm>
            <a:off x="1" y="-1"/>
            <a:ext cx="8605156" cy="6858001"/>
          </a:xfrm>
          <a:prstGeom prst="rect">
            <a:avLst/>
          </a:prstGeom>
          <a:solidFill>
            <a:srgbClr val="12111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 name="Текст 77">
            <a:extLst>
              <a:ext uri="{FF2B5EF4-FFF2-40B4-BE49-F238E27FC236}">
                <a16:creationId xmlns:a16="http://schemas.microsoft.com/office/drawing/2014/main" id="{5AFCA47F-4A8B-368E-1268-824B3B6FE1B7}"/>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4" name="Текст 79">
            <a:extLst>
              <a:ext uri="{FF2B5EF4-FFF2-40B4-BE49-F238E27FC236}">
                <a16:creationId xmlns:a16="http://schemas.microsoft.com/office/drawing/2014/main" id="{209B6120-F5D7-A3FB-A466-0D75CC75744D}"/>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5" name="Текст 79">
            <a:extLst>
              <a:ext uri="{FF2B5EF4-FFF2-40B4-BE49-F238E27FC236}">
                <a16:creationId xmlns:a16="http://schemas.microsoft.com/office/drawing/2014/main" id="{088CAA92-EEAD-FF42-94D1-C8698522001E}"/>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7" name="Номер слайда 9">
            <a:extLst>
              <a:ext uri="{FF2B5EF4-FFF2-40B4-BE49-F238E27FC236}">
                <a16:creationId xmlns:a16="http://schemas.microsoft.com/office/drawing/2014/main" id="{10763EE9-4A22-5348-F815-5C27A51F9FB2}"/>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024199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Темный макет2">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13D898-8611-AE6B-AC4F-7C021154B465}"/>
              </a:ext>
            </a:extLst>
          </p:cNvPr>
          <p:cNvSpPr/>
          <p:nvPr userDrawn="1"/>
        </p:nvSpPr>
        <p:spPr>
          <a:xfrm>
            <a:off x="-2" y="0"/>
            <a:ext cx="7505123" cy="6858000"/>
          </a:xfrm>
          <a:prstGeom prst="rect">
            <a:avLst/>
          </a:prstGeom>
          <a:solidFill>
            <a:srgbClr val="121117"/>
          </a:solidFill>
          <a:ln>
            <a:noFill/>
          </a:ln>
        </p:spPr>
        <p:style>
          <a:lnRef idx="1">
            <a:schemeClr val="dk1"/>
          </a:lnRef>
          <a:fillRef idx="3">
            <a:schemeClr val="dk1"/>
          </a:fillRef>
          <a:effectRef idx="2">
            <a:schemeClr val="dk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1" i="0" u="none" strike="noStrike" kern="0" cap="none" spc="0" normalizeH="0" baseline="0" noProof="0" dirty="0" err="1">
              <a:ln>
                <a:noFill/>
              </a:ln>
              <a:solidFill>
                <a:srgbClr val="000000"/>
              </a:solidFill>
              <a:effectLst/>
              <a:uLnTx/>
              <a:uFillTx/>
              <a:latin typeface="Arial"/>
              <a:ea typeface="+mn-ea"/>
              <a:cs typeface="+mn-cs"/>
              <a:sym typeface="Arial"/>
            </a:endParaRPr>
          </a:p>
        </p:txBody>
      </p:sp>
      <p:sp>
        <p:nvSpPr>
          <p:cNvPr id="8" name="Текст 77">
            <a:extLst>
              <a:ext uri="{FF2B5EF4-FFF2-40B4-BE49-F238E27FC236}">
                <a16:creationId xmlns:a16="http://schemas.microsoft.com/office/drawing/2014/main" id="{2F292705-160D-3754-BF04-D01125BC20A3}"/>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9" name="Текст 79">
            <a:extLst>
              <a:ext uri="{FF2B5EF4-FFF2-40B4-BE49-F238E27FC236}">
                <a16:creationId xmlns:a16="http://schemas.microsoft.com/office/drawing/2014/main" id="{1D3D9E62-9362-E1C1-3749-8D4C8100E69D}"/>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10" name="Текст 79">
            <a:extLst>
              <a:ext uri="{FF2B5EF4-FFF2-40B4-BE49-F238E27FC236}">
                <a16:creationId xmlns:a16="http://schemas.microsoft.com/office/drawing/2014/main" id="{57AABAE7-6FAA-A0EE-058F-7B4AF2616AD0}"/>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12" name="Номер слайда 9">
            <a:extLst>
              <a:ext uri="{FF2B5EF4-FFF2-40B4-BE49-F238E27FC236}">
                <a16:creationId xmlns:a16="http://schemas.microsoft.com/office/drawing/2014/main" id="{7A864E1C-A912-1D23-6B70-7EF94F256C1F}"/>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4144105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0/5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3E87B6-66D4-81ED-73FE-60EDCEF19E17}"/>
              </a:ext>
            </a:extLst>
          </p:cNvPr>
          <p:cNvSpPr/>
          <p:nvPr userDrawn="1"/>
        </p:nvSpPr>
        <p:spPr>
          <a:xfrm>
            <a:off x="1" y="-1"/>
            <a:ext cx="6096000" cy="6858001"/>
          </a:xfrm>
          <a:prstGeom prst="rect">
            <a:avLst/>
          </a:prstGeom>
          <a:solidFill>
            <a:srgbClr val="12111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 name="Текст 77">
            <a:extLst>
              <a:ext uri="{FF2B5EF4-FFF2-40B4-BE49-F238E27FC236}">
                <a16:creationId xmlns:a16="http://schemas.microsoft.com/office/drawing/2014/main" id="{2D09FF29-1C5F-EF8C-1AAA-FFBF015F2100}"/>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4" name="Текст 79">
            <a:extLst>
              <a:ext uri="{FF2B5EF4-FFF2-40B4-BE49-F238E27FC236}">
                <a16:creationId xmlns:a16="http://schemas.microsoft.com/office/drawing/2014/main" id="{D7F4389A-FC73-A021-536A-0CB3CCE6B97C}"/>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5" name="Текст 79">
            <a:extLst>
              <a:ext uri="{FF2B5EF4-FFF2-40B4-BE49-F238E27FC236}">
                <a16:creationId xmlns:a16="http://schemas.microsoft.com/office/drawing/2014/main" id="{C8FA828B-C1C0-82CF-A42D-D32746060385}"/>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6" name="Текст 77">
            <a:extLst>
              <a:ext uri="{FF2B5EF4-FFF2-40B4-BE49-F238E27FC236}">
                <a16:creationId xmlns:a16="http://schemas.microsoft.com/office/drawing/2014/main" id="{59F34AE1-CF71-FAFB-CA20-8561BD1B5147}"/>
              </a:ext>
            </a:extLst>
          </p:cNvPr>
          <p:cNvSpPr>
            <a:spLocks noGrp="1"/>
          </p:cNvSpPr>
          <p:nvPr>
            <p:ph type="body" sz="quarter" idx="26" hasCustomPrompt="1"/>
          </p:nvPr>
        </p:nvSpPr>
        <p:spPr>
          <a:xfrm>
            <a:off x="6910316" y="2005724"/>
            <a:ext cx="3347888" cy="1255728"/>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7" name="Текст 79">
            <a:extLst>
              <a:ext uri="{FF2B5EF4-FFF2-40B4-BE49-F238E27FC236}">
                <a16:creationId xmlns:a16="http://schemas.microsoft.com/office/drawing/2014/main" id="{644A3E02-CDC3-D996-4BDC-E990E0176ACB}"/>
              </a:ext>
            </a:extLst>
          </p:cNvPr>
          <p:cNvSpPr>
            <a:spLocks noGrp="1"/>
          </p:cNvSpPr>
          <p:nvPr>
            <p:ph type="body" sz="quarter" idx="27" hasCustomPrompt="1"/>
          </p:nvPr>
        </p:nvSpPr>
        <p:spPr>
          <a:xfrm>
            <a:off x="6910316" y="3429000"/>
            <a:ext cx="3634493" cy="2267287"/>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8" name="Текст 79">
            <a:extLst>
              <a:ext uri="{FF2B5EF4-FFF2-40B4-BE49-F238E27FC236}">
                <a16:creationId xmlns:a16="http://schemas.microsoft.com/office/drawing/2014/main" id="{A5447805-1B73-8D5F-0E76-AC32E33F98DD}"/>
              </a:ext>
            </a:extLst>
          </p:cNvPr>
          <p:cNvSpPr>
            <a:spLocks noGrp="1"/>
          </p:cNvSpPr>
          <p:nvPr>
            <p:ph type="body" sz="quarter" idx="28" hasCustomPrompt="1"/>
          </p:nvPr>
        </p:nvSpPr>
        <p:spPr>
          <a:xfrm>
            <a:off x="6910316" y="1551945"/>
            <a:ext cx="3634493"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10" name="Номер слайда 9">
            <a:extLst>
              <a:ext uri="{FF2B5EF4-FFF2-40B4-BE49-F238E27FC236}">
                <a16:creationId xmlns:a16="http://schemas.microsoft.com/office/drawing/2014/main" id="{B7B86EEF-D1C1-AC70-9252-1CE90371ED45}"/>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15656919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Темный макет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45C82B-46FC-25ED-5F9C-F5A430C19172}"/>
              </a:ext>
            </a:extLst>
          </p:cNvPr>
          <p:cNvSpPr/>
          <p:nvPr userDrawn="1"/>
        </p:nvSpPr>
        <p:spPr>
          <a:xfrm>
            <a:off x="1" y="-1"/>
            <a:ext cx="4381791" cy="6858001"/>
          </a:xfrm>
          <a:prstGeom prst="rect">
            <a:avLst/>
          </a:prstGeom>
          <a:solidFill>
            <a:srgbClr val="12111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 name="Текст 77">
            <a:extLst>
              <a:ext uri="{FF2B5EF4-FFF2-40B4-BE49-F238E27FC236}">
                <a16:creationId xmlns:a16="http://schemas.microsoft.com/office/drawing/2014/main" id="{F0314E35-55A0-EA9A-3B30-9B108ACB0F02}"/>
              </a:ext>
            </a:extLst>
          </p:cNvPr>
          <p:cNvSpPr>
            <a:spLocks noGrp="1"/>
          </p:cNvSpPr>
          <p:nvPr>
            <p:ph type="body" sz="quarter" idx="23" hasCustomPrompt="1"/>
          </p:nvPr>
        </p:nvSpPr>
        <p:spPr>
          <a:xfrm>
            <a:off x="5308117" y="1125133"/>
            <a:ext cx="4381791" cy="313932"/>
          </a:xfrm>
          <a:prstGeom prst="rect">
            <a:avLst/>
          </a:prstGeom>
        </p:spPr>
        <p:txBody>
          <a:bodyPr wrap="square" anchor="b">
            <a:spAutoFit/>
          </a:bodyPr>
          <a:lstStyle>
            <a:lvl1pPr marL="0" indent="0">
              <a:lnSpc>
                <a:spcPct val="100000"/>
              </a:lnSpc>
              <a:buNone/>
              <a:defRPr sz="16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1Subtitle 1</a:t>
            </a:r>
            <a:r>
              <a:rPr lang="ru-RU" dirty="0"/>
              <a:t> </a:t>
            </a:r>
            <a:r>
              <a:rPr lang="en-US" dirty="0"/>
              <a:t>Subtitle 1</a:t>
            </a:r>
            <a:endParaRPr lang="ru-RU" dirty="0"/>
          </a:p>
        </p:txBody>
      </p:sp>
      <p:sp>
        <p:nvSpPr>
          <p:cNvPr id="9" name="Рисунок 2">
            <a:extLst>
              <a:ext uri="{FF2B5EF4-FFF2-40B4-BE49-F238E27FC236}">
                <a16:creationId xmlns:a16="http://schemas.microsoft.com/office/drawing/2014/main" id="{348BB6CF-7FA2-79EA-1A83-523955A498A4}"/>
              </a:ext>
            </a:extLst>
          </p:cNvPr>
          <p:cNvSpPr>
            <a:spLocks noGrp="1"/>
          </p:cNvSpPr>
          <p:nvPr>
            <p:ph type="pic" idx="10"/>
          </p:nvPr>
        </p:nvSpPr>
        <p:spPr>
          <a:xfrm>
            <a:off x="5513694" y="2539863"/>
            <a:ext cx="5581935" cy="2891945"/>
          </a:xfrm>
          <a:prstGeom prst="rect">
            <a:avLst/>
          </a:prstGeom>
        </p:spPr>
        <p:txBody>
          <a:bodyPr/>
          <a:lstStyle>
            <a:lvl1pPr marL="0" indent="0">
              <a:buNone/>
              <a:defRPr sz="32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3" name="Текст 77">
            <a:extLst>
              <a:ext uri="{FF2B5EF4-FFF2-40B4-BE49-F238E27FC236}">
                <a16:creationId xmlns:a16="http://schemas.microsoft.com/office/drawing/2014/main" id="{9EBB707B-4347-39A0-0C4D-71ACDA961591}"/>
              </a:ext>
            </a:extLst>
          </p:cNvPr>
          <p:cNvSpPr>
            <a:spLocks noGrp="1"/>
          </p:cNvSpPr>
          <p:nvPr>
            <p:ph type="body" sz="quarter" idx="24" hasCustomPrompt="1"/>
          </p:nvPr>
        </p:nvSpPr>
        <p:spPr>
          <a:xfrm>
            <a:off x="614586" y="1756729"/>
            <a:ext cx="3295144" cy="2419124"/>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5" name="Номер слайда 9">
            <a:extLst>
              <a:ext uri="{FF2B5EF4-FFF2-40B4-BE49-F238E27FC236}">
                <a16:creationId xmlns:a16="http://schemas.microsoft.com/office/drawing/2014/main" id="{3F89447E-58E4-6489-5BAA-4B0CA28F2A9D}"/>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4445452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Темный макет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21E474-3AA5-3411-3B18-FDA51F409E33}"/>
              </a:ext>
            </a:extLst>
          </p:cNvPr>
          <p:cNvSpPr/>
          <p:nvPr userDrawn="1"/>
        </p:nvSpPr>
        <p:spPr>
          <a:xfrm>
            <a:off x="2" y="-1"/>
            <a:ext cx="4140678" cy="6858001"/>
          </a:xfrm>
          <a:prstGeom prst="rect">
            <a:avLst/>
          </a:prstGeom>
          <a:solidFill>
            <a:srgbClr val="12111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3" name="Текст 77">
            <a:extLst>
              <a:ext uri="{FF2B5EF4-FFF2-40B4-BE49-F238E27FC236}">
                <a16:creationId xmlns:a16="http://schemas.microsoft.com/office/drawing/2014/main" id="{E7C076F0-A739-3FB8-C599-D573DCC75485}"/>
              </a:ext>
            </a:extLst>
          </p:cNvPr>
          <p:cNvSpPr>
            <a:spLocks noGrp="1"/>
          </p:cNvSpPr>
          <p:nvPr>
            <p:ph type="body" sz="quarter" idx="23" hasCustomPrompt="1"/>
          </p:nvPr>
        </p:nvSpPr>
        <p:spPr>
          <a:xfrm>
            <a:off x="508504" y="2148840"/>
            <a:ext cx="3347888" cy="1255728"/>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4" name="Текст 79">
            <a:extLst>
              <a:ext uri="{FF2B5EF4-FFF2-40B4-BE49-F238E27FC236}">
                <a16:creationId xmlns:a16="http://schemas.microsoft.com/office/drawing/2014/main" id="{58534BCD-1C25-17E4-37AA-A86EEFE190E3}"/>
              </a:ext>
            </a:extLst>
          </p:cNvPr>
          <p:cNvSpPr>
            <a:spLocks noGrp="1"/>
          </p:cNvSpPr>
          <p:nvPr>
            <p:ph type="body" sz="quarter" idx="25" hasCustomPrompt="1"/>
          </p:nvPr>
        </p:nvSpPr>
        <p:spPr>
          <a:xfrm>
            <a:off x="508504" y="1695061"/>
            <a:ext cx="3634493" cy="286232"/>
          </a:xfrm>
          <a:prstGeom prst="rect">
            <a:avLst/>
          </a:prstGeom>
        </p:spPr>
        <p:txBody>
          <a:bodyPr wrap="square">
            <a:spAutoFit/>
          </a:bodyPr>
          <a:lstStyle>
            <a:lvl1pPr marL="0" indent="0" algn="l">
              <a:spcAft>
                <a:spcPts val="0"/>
              </a:spcAft>
              <a:buNone/>
              <a:defRPr sz="14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5" name="Текст 77">
            <a:extLst>
              <a:ext uri="{FF2B5EF4-FFF2-40B4-BE49-F238E27FC236}">
                <a16:creationId xmlns:a16="http://schemas.microsoft.com/office/drawing/2014/main" id="{B81A4536-212E-6AAF-412D-3CD9DDD0D840}"/>
              </a:ext>
            </a:extLst>
          </p:cNvPr>
          <p:cNvSpPr>
            <a:spLocks noGrp="1"/>
          </p:cNvSpPr>
          <p:nvPr>
            <p:ph type="body" sz="quarter" idx="26" hasCustomPrompt="1"/>
          </p:nvPr>
        </p:nvSpPr>
        <p:spPr>
          <a:xfrm>
            <a:off x="5202285" y="2148840"/>
            <a:ext cx="5390953" cy="867930"/>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83CAE350-2EAB-A4B8-2AE9-4CA46D916D57}"/>
              </a:ext>
            </a:extLst>
          </p:cNvPr>
          <p:cNvSpPr>
            <a:spLocks noGrp="1"/>
          </p:cNvSpPr>
          <p:nvPr>
            <p:ph type="body" sz="quarter" idx="27" hasCustomPrompt="1"/>
          </p:nvPr>
        </p:nvSpPr>
        <p:spPr>
          <a:xfrm>
            <a:off x="5202285" y="3429000"/>
            <a:ext cx="5852460" cy="1602490"/>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7" name="Текст 79">
            <a:extLst>
              <a:ext uri="{FF2B5EF4-FFF2-40B4-BE49-F238E27FC236}">
                <a16:creationId xmlns:a16="http://schemas.microsoft.com/office/drawing/2014/main" id="{F535A270-7FE2-121D-B15B-C6F290CD0904}"/>
              </a:ext>
            </a:extLst>
          </p:cNvPr>
          <p:cNvSpPr>
            <a:spLocks noGrp="1"/>
          </p:cNvSpPr>
          <p:nvPr>
            <p:ph type="body" sz="quarter" idx="28" hasCustomPrompt="1"/>
          </p:nvPr>
        </p:nvSpPr>
        <p:spPr>
          <a:xfrm>
            <a:off x="5202285" y="1551945"/>
            <a:ext cx="5852460"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sp>
        <p:nvSpPr>
          <p:cNvPr id="9" name="Номер слайда 9">
            <a:extLst>
              <a:ext uri="{FF2B5EF4-FFF2-40B4-BE49-F238E27FC236}">
                <a16:creationId xmlns:a16="http://schemas.microsoft.com/office/drawing/2014/main" id="{BB7B3851-07AC-438F-ED1E-45F5B793C547}"/>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3828882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Темный макет6">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81A48A8E-02FB-A65A-093E-8C8FDEA3B581}"/>
              </a:ext>
            </a:extLst>
          </p:cNvPr>
          <p:cNvSpPr/>
          <p:nvPr userDrawn="1"/>
        </p:nvSpPr>
        <p:spPr>
          <a:xfrm>
            <a:off x="-2" y="0"/>
            <a:ext cx="7712506" cy="6858000"/>
          </a:xfrm>
          <a:prstGeom prst="rect">
            <a:avLst/>
          </a:prstGeom>
          <a:solidFill>
            <a:srgbClr val="121117"/>
          </a:solidFill>
          <a:ln w="635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err="1">
              <a:ln>
                <a:noFill/>
              </a:ln>
              <a:solidFill>
                <a:srgbClr val="000000"/>
              </a:solidFill>
              <a:effectLst/>
              <a:uLnTx/>
              <a:uFillTx/>
              <a:latin typeface="Arial" panose="020B0604020202020204" pitchFamily="34" charset="0"/>
              <a:ea typeface="+mn-ea"/>
              <a:cs typeface="+mn-cs"/>
              <a:sym typeface="Arial"/>
            </a:endParaRPr>
          </a:p>
        </p:txBody>
      </p:sp>
      <p:sp>
        <p:nvSpPr>
          <p:cNvPr id="4" name="Овал 3">
            <a:extLst>
              <a:ext uri="{FF2B5EF4-FFF2-40B4-BE49-F238E27FC236}">
                <a16:creationId xmlns:a16="http://schemas.microsoft.com/office/drawing/2014/main" id="{6CBB61EB-BD30-7272-8B72-F5F947BF509C}"/>
              </a:ext>
            </a:extLst>
          </p:cNvPr>
          <p:cNvSpPr/>
          <p:nvPr userDrawn="1"/>
        </p:nvSpPr>
        <p:spPr>
          <a:xfrm>
            <a:off x="4191821" y="-1558017"/>
            <a:ext cx="4386026" cy="10058400"/>
          </a:xfrm>
          <a:prstGeom prst="ellipse">
            <a:avLst/>
          </a:prstGeom>
          <a:solidFill>
            <a:sysClr val="window" lastClr="FFFFFF"/>
          </a:solidFill>
          <a:ln w="635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err="1">
              <a:ln>
                <a:noFill/>
              </a:ln>
              <a:solidFill>
                <a:srgbClr val="000000"/>
              </a:solidFill>
              <a:effectLst/>
              <a:uLnTx/>
              <a:uFillTx/>
              <a:latin typeface="Arial" panose="020B0604020202020204" pitchFamily="34" charset="0"/>
              <a:ea typeface="+mn-ea"/>
              <a:cs typeface="+mn-cs"/>
              <a:sym typeface="Arial"/>
            </a:endParaRPr>
          </a:p>
        </p:txBody>
      </p:sp>
      <p:sp>
        <p:nvSpPr>
          <p:cNvPr id="5" name="Текст 77">
            <a:extLst>
              <a:ext uri="{FF2B5EF4-FFF2-40B4-BE49-F238E27FC236}">
                <a16:creationId xmlns:a16="http://schemas.microsoft.com/office/drawing/2014/main" id="{45323838-79D1-A80A-162D-21CA5A8C5450}"/>
              </a:ext>
            </a:extLst>
          </p:cNvPr>
          <p:cNvSpPr>
            <a:spLocks noGrp="1"/>
          </p:cNvSpPr>
          <p:nvPr>
            <p:ph type="body" sz="quarter" idx="23" hasCustomPrompt="1"/>
          </p:nvPr>
        </p:nvSpPr>
        <p:spPr>
          <a:xfrm>
            <a:off x="614586" y="1756729"/>
            <a:ext cx="3295144" cy="2419124"/>
          </a:xfrm>
          <a:prstGeom prst="rect">
            <a:avLst/>
          </a:prstGeom>
        </p:spPr>
        <p:txBody>
          <a:bodyPr wrap="square" anchor="b">
            <a:spAutoFit/>
          </a:bodyPr>
          <a:lstStyle>
            <a:lvl1pPr marL="0" indent="0" algn="ctr">
              <a:lnSpc>
                <a:spcPct val="100000"/>
              </a:lnSpc>
              <a:buNone/>
              <a:defRPr sz="2800" b="1" i="0">
                <a:solidFill>
                  <a:schemeClr val="bg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7BE3143C-45A9-0550-2718-DDEFCBBFFAFA}"/>
              </a:ext>
            </a:extLst>
          </p:cNvPr>
          <p:cNvSpPr>
            <a:spLocks noGrp="1"/>
          </p:cNvSpPr>
          <p:nvPr>
            <p:ph type="body" sz="quarter" idx="24" hasCustomPrompt="1"/>
          </p:nvPr>
        </p:nvSpPr>
        <p:spPr>
          <a:xfrm>
            <a:off x="614587" y="4343401"/>
            <a:ext cx="3577234" cy="885371"/>
          </a:xfrm>
          <a:prstGeom prst="rect">
            <a:avLst/>
          </a:prstGeom>
        </p:spPr>
        <p:txBody>
          <a:bodyPr wrap="square">
            <a:spAutoFit/>
          </a:bodyPr>
          <a:lstStyle>
            <a:lvl1pPr marL="0" indent="0" algn="l">
              <a:spcAft>
                <a:spcPts val="0"/>
              </a:spcAft>
              <a:buNone/>
              <a:defRPr sz="12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8" name="Номер слайда 9">
            <a:extLst>
              <a:ext uri="{FF2B5EF4-FFF2-40B4-BE49-F238E27FC236}">
                <a16:creationId xmlns:a16="http://schemas.microsoft.com/office/drawing/2014/main" id="{9A63767F-DFEA-9A05-30CD-755582F88FF0}"/>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19747147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Темный макет7">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01EDAE26-F691-E611-EBAF-D8ABDD59DD83}"/>
              </a:ext>
            </a:extLst>
          </p:cNvPr>
          <p:cNvSpPr/>
          <p:nvPr userDrawn="1"/>
        </p:nvSpPr>
        <p:spPr>
          <a:xfrm>
            <a:off x="6498771" y="0"/>
            <a:ext cx="5693229" cy="6858000"/>
          </a:xfrm>
          <a:prstGeom prst="rect">
            <a:avLst/>
          </a:prstGeom>
          <a:solidFill>
            <a:srgbClr val="12111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 name="Текст 77">
            <a:extLst>
              <a:ext uri="{FF2B5EF4-FFF2-40B4-BE49-F238E27FC236}">
                <a16:creationId xmlns:a16="http://schemas.microsoft.com/office/drawing/2014/main" id="{E4109CC8-4D31-69AA-50CA-5275C8E163F4}"/>
              </a:ext>
            </a:extLst>
          </p:cNvPr>
          <p:cNvSpPr>
            <a:spLocks noGrp="1"/>
          </p:cNvSpPr>
          <p:nvPr>
            <p:ph type="body" sz="quarter" idx="23" hasCustomPrompt="1"/>
          </p:nvPr>
        </p:nvSpPr>
        <p:spPr>
          <a:xfrm>
            <a:off x="1647191" y="2005724"/>
            <a:ext cx="3347888" cy="1255728"/>
          </a:xfrm>
          <a:prstGeom prst="rect">
            <a:avLst/>
          </a:prstGeom>
        </p:spPr>
        <p:txBody>
          <a:bodyPr wrap="square" anchor="b">
            <a:spAutoFit/>
          </a:bodyPr>
          <a:lstStyle>
            <a:lvl1pPr marL="0" indent="0" algn="ctr">
              <a:lnSpc>
                <a:spcPct val="100000"/>
              </a:lnSpc>
              <a:buNone/>
              <a:defRPr sz="2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6" name="Текст 79">
            <a:extLst>
              <a:ext uri="{FF2B5EF4-FFF2-40B4-BE49-F238E27FC236}">
                <a16:creationId xmlns:a16="http://schemas.microsoft.com/office/drawing/2014/main" id="{7B6580F7-BB67-A8CC-C123-30E9C0F21BD9}"/>
              </a:ext>
            </a:extLst>
          </p:cNvPr>
          <p:cNvSpPr>
            <a:spLocks noGrp="1"/>
          </p:cNvSpPr>
          <p:nvPr>
            <p:ph type="body" sz="quarter" idx="24" hasCustomPrompt="1"/>
          </p:nvPr>
        </p:nvSpPr>
        <p:spPr>
          <a:xfrm>
            <a:off x="1647191" y="3429000"/>
            <a:ext cx="3634493" cy="2267287"/>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7" name="Текст 79">
            <a:extLst>
              <a:ext uri="{FF2B5EF4-FFF2-40B4-BE49-F238E27FC236}">
                <a16:creationId xmlns:a16="http://schemas.microsoft.com/office/drawing/2014/main" id="{6DAC0FB3-2987-2B92-DD53-66B813BC8FA9}"/>
              </a:ext>
            </a:extLst>
          </p:cNvPr>
          <p:cNvSpPr>
            <a:spLocks noGrp="1"/>
          </p:cNvSpPr>
          <p:nvPr>
            <p:ph type="body" sz="quarter" idx="25" hasCustomPrompt="1"/>
          </p:nvPr>
        </p:nvSpPr>
        <p:spPr>
          <a:xfrm>
            <a:off x="1647191" y="1551945"/>
            <a:ext cx="3634493" cy="286232"/>
          </a:xfrm>
          <a:prstGeom prst="rect">
            <a:avLst/>
          </a:prstGeom>
        </p:spPr>
        <p:txBody>
          <a:bodyPr wrap="square">
            <a:spAutoFit/>
          </a:bodyPr>
          <a:lstStyle>
            <a:lvl1pPr marL="0" indent="0" algn="l">
              <a:spcAft>
                <a:spcPts val="0"/>
              </a:spcAft>
              <a:buNone/>
              <a:defRPr sz="14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a:t>
            </a:r>
          </a:p>
        </p:txBody>
      </p:sp>
      <p:pic>
        <p:nvPicPr>
          <p:cNvPr id="8" name="Рисунок 7">
            <a:extLst>
              <a:ext uri="{FF2B5EF4-FFF2-40B4-BE49-F238E27FC236}">
                <a16:creationId xmlns:a16="http://schemas.microsoft.com/office/drawing/2014/main" id="{D66DED8D-EB8C-28A0-B973-3AEDF9FBAFE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18126" y="240486"/>
            <a:ext cx="423822" cy="241300"/>
          </a:xfrm>
          <a:prstGeom prst="rect">
            <a:avLst/>
          </a:prstGeom>
        </p:spPr>
      </p:pic>
      <p:sp>
        <p:nvSpPr>
          <p:cNvPr id="9" name="Номер слайда 9">
            <a:extLst>
              <a:ext uri="{FF2B5EF4-FFF2-40B4-BE49-F238E27FC236}">
                <a16:creationId xmlns:a16="http://schemas.microsoft.com/office/drawing/2014/main" id="{D33E8C5C-FA7C-7939-DB65-10DFA21035D3}"/>
              </a:ext>
            </a:extLst>
          </p:cNvPr>
          <p:cNvSpPr>
            <a:spLocks noGrp="1"/>
          </p:cNvSpPr>
          <p:nvPr>
            <p:ph type="sldNum" sz="quarter" idx="30"/>
          </p:nvPr>
        </p:nvSpPr>
        <p:spPr>
          <a:xfrm>
            <a:off x="9277027" y="6356350"/>
            <a:ext cx="2743200" cy="365125"/>
          </a:xfrm>
        </p:spPr>
        <p:txBody>
          <a:bodyPr/>
          <a:lstStyle>
            <a:lvl1pPr>
              <a:defRPr>
                <a:solidFill>
                  <a:schemeClr val="bg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10156965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Серый макет6">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A1767CC-29AF-0593-0E52-C23095A38CFA}"/>
              </a:ext>
            </a:extLst>
          </p:cNvPr>
          <p:cNvSpPr/>
          <p:nvPr userDrawn="1"/>
        </p:nvSpPr>
        <p:spPr>
          <a:xfrm>
            <a:off x="0" y="823119"/>
            <a:ext cx="12192000" cy="5210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Arial" panose="020B0604020202020204" pitchFamily="34" charset="0"/>
            </a:endParaRPr>
          </a:p>
        </p:txBody>
      </p:sp>
      <p:sp>
        <p:nvSpPr>
          <p:cNvPr id="4" name="Текст 77">
            <a:extLst>
              <a:ext uri="{FF2B5EF4-FFF2-40B4-BE49-F238E27FC236}">
                <a16:creationId xmlns:a16="http://schemas.microsoft.com/office/drawing/2014/main" id="{384A7E0E-641A-3617-86AF-1AECC6C40BCB}"/>
              </a:ext>
            </a:extLst>
          </p:cNvPr>
          <p:cNvSpPr>
            <a:spLocks noGrp="1"/>
          </p:cNvSpPr>
          <p:nvPr>
            <p:ph type="body" sz="quarter" idx="23" hasCustomPrompt="1"/>
          </p:nvPr>
        </p:nvSpPr>
        <p:spPr>
          <a:xfrm>
            <a:off x="1152514" y="1368323"/>
            <a:ext cx="5787932" cy="978729"/>
          </a:xfrm>
          <a:prstGeom prst="rect">
            <a:avLst/>
          </a:prstGeom>
        </p:spPr>
        <p:txBody>
          <a:bodyPr wrap="square" anchor="b">
            <a:spAutoFit/>
          </a:bodyPr>
          <a:lstStyle>
            <a:lvl1pPr marL="0" indent="0" algn="ctr">
              <a:lnSpc>
                <a:spcPct val="100000"/>
              </a:lnSpc>
              <a:buNone/>
              <a:defRPr sz="32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 Subtitle Subtitle Subtitle Subtitle Subtitle</a:t>
            </a:r>
            <a:endParaRPr lang="ru-RU" dirty="0"/>
          </a:p>
        </p:txBody>
      </p:sp>
      <p:sp>
        <p:nvSpPr>
          <p:cNvPr id="5" name="Текст 79">
            <a:extLst>
              <a:ext uri="{FF2B5EF4-FFF2-40B4-BE49-F238E27FC236}">
                <a16:creationId xmlns:a16="http://schemas.microsoft.com/office/drawing/2014/main" id="{32E13B20-1F59-D09B-8F1B-1AAA3308354D}"/>
              </a:ext>
            </a:extLst>
          </p:cNvPr>
          <p:cNvSpPr>
            <a:spLocks noGrp="1"/>
          </p:cNvSpPr>
          <p:nvPr>
            <p:ph type="body" sz="quarter" idx="24" hasCustomPrompt="1"/>
          </p:nvPr>
        </p:nvSpPr>
        <p:spPr>
          <a:xfrm>
            <a:off x="1152514" y="2614294"/>
            <a:ext cx="2460116" cy="840230"/>
          </a:xfrm>
          <a:prstGeom prst="rect">
            <a:avLst/>
          </a:prstGeom>
        </p:spPr>
        <p:txBody>
          <a:bodyPr wrap="square">
            <a:spAutoFit/>
          </a:bodyPr>
          <a:lstStyle>
            <a:lvl1pPr marL="0" indent="0" algn="l">
              <a:spcAft>
                <a:spcPts val="0"/>
              </a:spcAft>
              <a:buNone/>
              <a:defRPr sz="1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endParaRPr lang="en-US" dirty="0"/>
          </a:p>
        </p:txBody>
      </p:sp>
      <p:sp>
        <p:nvSpPr>
          <p:cNvPr id="7" name="Текст 79">
            <a:extLst>
              <a:ext uri="{FF2B5EF4-FFF2-40B4-BE49-F238E27FC236}">
                <a16:creationId xmlns:a16="http://schemas.microsoft.com/office/drawing/2014/main" id="{773F603C-D0C2-14BF-D592-43F83756C0D8}"/>
              </a:ext>
            </a:extLst>
          </p:cNvPr>
          <p:cNvSpPr>
            <a:spLocks noGrp="1"/>
          </p:cNvSpPr>
          <p:nvPr>
            <p:ph type="body" sz="quarter" idx="25" hasCustomPrompt="1"/>
          </p:nvPr>
        </p:nvSpPr>
        <p:spPr>
          <a:xfrm>
            <a:off x="3784151" y="2667768"/>
            <a:ext cx="2460116" cy="840230"/>
          </a:xfrm>
          <a:prstGeom prst="rect">
            <a:avLst/>
          </a:prstGeom>
        </p:spPr>
        <p:txBody>
          <a:bodyPr wrap="square">
            <a:spAutoFit/>
          </a:bodyPr>
          <a:lstStyle>
            <a:lvl1pPr marL="0" indent="0" algn="l">
              <a:spcAft>
                <a:spcPts val="0"/>
              </a:spcAft>
              <a:buNone/>
              <a:defRPr sz="1800" b="1" i="0">
                <a:solidFill>
                  <a:schemeClr val="tx1"/>
                </a:solidFill>
                <a:latin typeface="Arial Black" panose="020B0604020202020204" pitchFamily="34" charset="0"/>
                <a:cs typeface="Arial Black"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endParaRPr lang="en-US" dirty="0"/>
          </a:p>
        </p:txBody>
      </p:sp>
      <p:sp>
        <p:nvSpPr>
          <p:cNvPr id="8" name="Текст 79">
            <a:extLst>
              <a:ext uri="{FF2B5EF4-FFF2-40B4-BE49-F238E27FC236}">
                <a16:creationId xmlns:a16="http://schemas.microsoft.com/office/drawing/2014/main" id="{FA0C90E6-D4D0-BD6A-220E-926788E8F3DB}"/>
              </a:ext>
            </a:extLst>
          </p:cNvPr>
          <p:cNvSpPr>
            <a:spLocks noGrp="1"/>
          </p:cNvSpPr>
          <p:nvPr>
            <p:ph type="body" sz="quarter" idx="26" hasCustomPrompt="1"/>
          </p:nvPr>
        </p:nvSpPr>
        <p:spPr>
          <a:xfrm>
            <a:off x="1152514" y="3927851"/>
            <a:ext cx="5787932" cy="1602490"/>
          </a:xfrm>
          <a:prstGeom prst="rect">
            <a:avLst/>
          </a:prstGeom>
        </p:spPr>
        <p:txBody>
          <a:bodyPr wrap="square">
            <a:spAutoFit/>
          </a:bodyPr>
          <a:lstStyle>
            <a:lvl1pPr marL="0" indent="0" algn="l">
              <a:spcAft>
                <a:spcPts val="0"/>
              </a:spcAft>
              <a:buNone/>
              <a:defRPr sz="1200" b="0" i="0">
                <a:solidFill>
                  <a:schemeClr val="tx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a:t>
            </a:r>
            <a:r>
              <a:rPr lang="en-US" dirty="0" err="1"/>
              <a:t>sedLorem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a:p>
            <a:pPr lvl="0"/>
            <a:endParaRPr lang="en-US" dirty="0"/>
          </a:p>
        </p:txBody>
      </p:sp>
      <p:sp>
        <p:nvSpPr>
          <p:cNvPr id="9" name="Номер слайда 9">
            <a:extLst>
              <a:ext uri="{FF2B5EF4-FFF2-40B4-BE49-F238E27FC236}">
                <a16:creationId xmlns:a16="http://schemas.microsoft.com/office/drawing/2014/main" id="{A096D196-0B5E-A1A0-2F32-256A0754848F}"/>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a:t>
            </a:fld>
            <a:endParaRPr lang="ru-RU" dirty="0"/>
          </a:p>
        </p:txBody>
      </p:sp>
    </p:spTree>
    <p:extLst>
      <p:ext uri="{BB962C8B-B14F-4D97-AF65-F5344CB8AC3E}">
        <p14:creationId xmlns:p14="http://schemas.microsoft.com/office/powerpoint/2010/main" val="244805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13.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1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image" Target="../media/image14.png"/><Relationship Id="rId5" Type="http://schemas.openxmlformats.org/officeDocument/2006/relationships/slideLayout" Target="../slideLayouts/slideLayout22.xml"/><Relationship Id="rId10" Type="http://schemas.openxmlformats.org/officeDocument/2006/relationships/theme" Target="../theme/theme5.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7AC028-76D0-2223-746A-E446DBB029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9577F1A1-BFE9-8813-EE7C-2754F638D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0226A0ED-A2FC-6016-CF07-431A8CE808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rial" panose="020B0604020202020204" pitchFamily="34" charset="0"/>
              </a:defRPr>
            </a:lvl1pPr>
          </a:lstStyle>
          <a:p>
            <a:fld id="{D00288FB-E07D-5B4F-BC44-064E1E67BB49}" type="datetimeFigureOut">
              <a:rPr lang="ru-RU" smtClean="0"/>
              <a:pPr/>
              <a:t>03.08.2026</a:t>
            </a:fld>
            <a:endParaRPr lang="ru-RU" dirty="0"/>
          </a:p>
        </p:txBody>
      </p:sp>
      <p:sp>
        <p:nvSpPr>
          <p:cNvPr id="5" name="Нижний колонтитул 4">
            <a:extLst>
              <a:ext uri="{FF2B5EF4-FFF2-40B4-BE49-F238E27FC236}">
                <a16:creationId xmlns:a16="http://schemas.microsoft.com/office/drawing/2014/main" id="{1FD489EE-9568-A66D-BB80-C6FD21442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F4E97ABB-1A74-EF9B-5206-0764F7BE9E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panose="020B0604020202020204" pitchFamily="34" charset="0"/>
              </a:defRPr>
            </a:lvl1pPr>
          </a:lstStyle>
          <a:p>
            <a:fld id="{E63E2F15-FE67-B448-BCCA-25ADA7477A0D}" type="slidenum">
              <a:rPr lang="ru-RU" smtClean="0"/>
              <a:pPr/>
              <a:t>‹#›</a:t>
            </a:fld>
            <a:endParaRPr lang="ru-RU" dirty="0"/>
          </a:p>
        </p:txBody>
      </p:sp>
    </p:spTree>
    <p:extLst>
      <p:ext uri="{BB962C8B-B14F-4D97-AF65-F5344CB8AC3E}">
        <p14:creationId xmlns:p14="http://schemas.microsoft.com/office/powerpoint/2010/main" val="3707060753"/>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70" r:id="rId3"/>
    <p:sldLayoutId id="2147483666" r:id="rId4"/>
    <p:sldLayoutId id="2147483671" r:id="rId5"/>
    <p:sldLayoutId id="2147483760" r:id="rId6"/>
    <p:sldLayoutId id="2147483761" r:id="rId7"/>
    <p:sldLayoutId id="2147483762" r:id="rId8"/>
    <p:sldLayoutId id="2147483763" r:id="rId9"/>
    <p:sldLayoutId id="2147483764" r:id="rId10"/>
    <p:sldLayoutId id="2147483765" r:id="rId11"/>
    <p:sldLayoutId id="2147483766" r:id="rId12"/>
  </p:sldLayoutIdLst>
  <p:txStyles>
    <p:titleStyle>
      <a:lvl1pPr algn="l" defTabSz="914400" rtl="0" eaLnBrk="1" latinLnBrk="0" hangingPunct="1">
        <a:lnSpc>
          <a:spcPct val="90000"/>
        </a:lnSpc>
        <a:spcBef>
          <a:spcPct val="0"/>
        </a:spcBef>
        <a:buNone/>
        <a:defRPr sz="4400" b="0" i="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358D4A-B129-2090-6F9B-5D03D3EE1D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87387FC1-74F3-4D69-7EE3-8CB631770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24FD8C0-DD04-88A6-5DB1-3B75E725F6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rial" panose="020B0604020202020204" pitchFamily="34" charset="0"/>
              </a:defRPr>
            </a:lvl1pPr>
          </a:lstStyle>
          <a:p>
            <a:fld id="{4FBA4B2B-E4FE-0342-9DD5-DD62AA7314F1}" type="datetimeFigureOut">
              <a:rPr lang="ru-RU" smtClean="0"/>
              <a:pPr/>
              <a:t>03.08.2026</a:t>
            </a:fld>
            <a:endParaRPr lang="ru-RU" dirty="0"/>
          </a:p>
        </p:txBody>
      </p:sp>
      <p:sp>
        <p:nvSpPr>
          <p:cNvPr id="5" name="Нижний колонтитул 4">
            <a:extLst>
              <a:ext uri="{FF2B5EF4-FFF2-40B4-BE49-F238E27FC236}">
                <a16:creationId xmlns:a16="http://schemas.microsoft.com/office/drawing/2014/main" id="{154402C6-88D4-2626-4FFC-6BD22CCA1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5DDF84FC-8B46-F1F7-08CB-B2B01D2BD2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panose="020B0604020202020204" pitchFamily="34" charset="0"/>
              </a:defRPr>
            </a:lvl1pPr>
          </a:lstStyle>
          <a:p>
            <a:fld id="{7EB973AE-322E-9042-A282-1DE8734A4D30}" type="slidenum">
              <a:rPr lang="ru-RU" smtClean="0"/>
              <a:pPr/>
              <a:t>‹#›</a:t>
            </a:fld>
            <a:endParaRPr lang="ru-RU" dirty="0"/>
          </a:p>
        </p:txBody>
      </p:sp>
      <p:pic>
        <p:nvPicPr>
          <p:cNvPr id="7" name="Google Shape;12;p24" descr="CL-Logo-Short-Dark.png">
            <a:extLst>
              <a:ext uri="{FF2B5EF4-FFF2-40B4-BE49-F238E27FC236}">
                <a16:creationId xmlns:a16="http://schemas.microsoft.com/office/drawing/2014/main" id="{5BC321F3-D827-689D-3C5E-433B5A5E0AFE}"/>
              </a:ext>
            </a:extLst>
          </p:cNvPr>
          <p:cNvPicPr preferRelativeResize="0"/>
          <p:nvPr userDrawn="1"/>
        </p:nvPicPr>
        <p:blipFill rotWithShape="1">
          <a:blip r:embed="rId4" cstate="screen">
            <a:alphaModFix/>
            <a:extLst>
              <a:ext uri="{28A0092B-C50C-407E-A947-70E740481C1C}">
                <a14:useLocalDpi xmlns:a14="http://schemas.microsoft.com/office/drawing/2010/main"/>
              </a:ext>
            </a:extLst>
          </a:blip>
          <a:srcRect/>
          <a:stretch/>
        </p:blipFill>
        <p:spPr>
          <a:xfrm>
            <a:off x="11532842" y="245632"/>
            <a:ext cx="413482" cy="238986"/>
          </a:xfrm>
          <a:prstGeom prst="rect">
            <a:avLst/>
          </a:prstGeom>
          <a:noFill/>
          <a:ln>
            <a:noFill/>
          </a:ln>
        </p:spPr>
      </p:pic>
    </p:spTree>
    <p:extLst>
      <p:ext uri="{BB962C8B-B14F-4D97-AF65-F5344CB8AC3E}">
        <p14:creationId xmlns:p14="http://schemas.microsoft.com/office/powerpoint/2010/main" val="260960562"/>
      </p:ext>
    </p:extLst>
  </p:cSld>
  <p:clrMap bg1="lt1" tx1="dk1" bg2="lt2" tx2="dk2" accent1="accent1" accent2="accent2" accent3="accent3" accent4="accent4" accent5="accent5" accent6="accent6" hlink="hlink" folHlink="folHlink"/>
  <p:sldLayoutIdLst>
    <p:sldLayoutId id="2147483693" r:id="rId1"/>
    <p:sldLayoutId id="2147483694" r:id="rId2"/>
  </p:sldLayoutIdLst>
  <p:txStyles>
    <p:titleStyle>
      <a:lvl1pPr algn="l" defTabSz="914400" rtl="0" eaLnBrk="1" latinLnBrk="0" hangingPunct="1">
        <a:lnSpc>
          <a:spcPct val="90000"/>
        </a:lnSpc>
        <a:spcBef>
          <a:spcPct val="0"/>
        </a:spcBef>
        <a:buNone/>
        <a:defRPr sz="4400" b="0" i="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sldNum" idx="12"/>
          </p:nvPr>
        </p:nvSpPr>
        <p:spPr>
          <a:xfrm>
            <a:off x="11699546" y="6309320"/>
            <a:ext cx="157094" cy="246221"/>
          </a:xfrm>
          <a:prstGeom prst="rect">
            <a:avLst/>
          </a:prstGeom>
          <a:noFill/>
          <a:ln>
            <a:noFill/>
          </a:ln>
        </p:spPr>
        <p:txBody>
          <a:bodyPr spcFirstLastPara="1" wrap="square" lIns="0" tIns="45700" rIns="0" bIns="45700" anchor="t" anchorCtr="0">
            <a:spAutoFit/>
          </a:bodyPr>
          <a:lstStyle>
            <a:lvl1pPr marL="0" marR="0" lvl="0" indent="0" algn="l" rtl="0">
              <a:spcBef>
                <a:spcPts val="0"/>
              </a:spcBef>
              <a:buNone/>
              <a:defRPr sz="1000" b="0" i="0" u="none" strike="noStrike" cap="none">
                <a:solidFill>
                  <a:schemeClr val="dk1"/>
                </a:solidFill>
                <a:latin typeface="Arial"/>
                <a:ea typeface="Arial"/>
                <a:cs typeface="Arial"/>
                <a:sym typeface="Arial"/>
              </a:defRPr>
            </a:lvl1pPr>
            <a:lvl2pPr marL="0" marR="0" lvl="1" indent="0" algn="l" rtl="0">
              <a:spcBef>
                <a:spcPts val="0"/>
              </a:spcBef>
              <a:buNone/>
              <a:defRPr sz="1000" b="0" i="0" u="none" strike="noStrike" cap="none">
                <a:solidFill>
                  <a:schemeClr val="dk1"/>
                </a:solidFill>
                <a:latin typeface="Arial"/>
                <a:ea typeface="Arial"/>
                <a:cs typeface="Arial"/>
                <a:sym typeface="Arial"/>
              </a:defRPr>
            </a:lvl2pPr>
            <a:lvl3pPr marL="0" marR="0" lvl="2" indent="0" algn="l" rtl="0">
              <a:spcBef>
                <a:spcPts val="0"/>
              </a:spcBef>
              <a:buNone/>
              <a:defRPr sz="1000" b="0" i="0" u="none" strike="noStrike" cap="none">
                <a:solidFill>
                  <a:schemeClr val="dk1"/>
                </a:solidFill>
                <a:latin typeface="Arial"/>
                <a:ea typeface="Arial"/>
                <a:cs typeface="Arial"/>
                <a:sym typeface="Arial"/>
              </a:defRPr>
            </a:lvl3pPr>
            <a:lvl4pPr marL="0" marR="0" lvl="3" indent="0" algn="l" rtl="0">
              <a:spcBef>
                <a:spcPts val="0"/>
              </a:spcBef>
              <a:buNone/>
              <a:defRPr sz="1000" b="0" i="0" u="none" strike="noStrike" cap="none">
                <a:solidFill>
                  <a:schemeClr val="dk1"/>
                </a:solidFill>
                <a:latin typeface="Arial"/>
                <a:ea typeface="Arial"/>
                <a:cs typeface="Arial"/>
                <a:sym typeface="Arial"/>
              </a:defRPr>
            </a:lvl4pPr>
            <a:lvl5pPr marL="0" marR="0" lvl="4" indent="0" algn="l" rtl="0">
              <a:spcBef>
                <a:spcPts val="0"/>
              </a:spcBef>
              <a:buNone/>
              <a:defRPr sz="1000" b="0" i="0" u="none" strike="noStrike" cap="none">
                <a:solidFill>
                  <a:schemeClr val="dk1"/>
                </a:solidFill>
                <a:latin typeface="Arial"/>
                <a:ea typeface="Arial"/>
                <a:cs typeface="Arial"/>
                <a:sym typeface="Arial"/>
              </a:defRPr>
            </a:lvl5pPr>
            <a:lvl6pPr marL="0" marR="0" lvl="5" indent="0" algn="l" rtl="0">
              <a:spcBef>
                <a:spcPts val="0"/>
              </a:spcBef>
              <a:buNone/>
              <a:defRPr sz="1000" b="0" i="0" u="none" strike="noStrike" cap="none">
                <a:solidFill>
                  <a:schemeClr val="dk1"/>
                </a:solidFill>
                <a:latin typeface="Arial"/>
                <a:ea typeface="Arial"/>
                <a:cs typeface="Arial"/>
                <a:sym typeface="Arial"/>
              </a:defRPr>
            </a:lvl6pPr>
            <a:lvl7pPr marL="0" marR="0" lvl="6" indent="0" algn="l" rtl="0">
              <a:spcBef>
                <a:spcPts val="0"/>
              </a:spcBef>
              <a:buNone/>
              <a:defRPr sz="1000" b="0" i="0" u="none" strike="noStrike" cap="none">
                <a:solidFill>
                  <a:schemeClr val="dk1"/>
                </a:solidFill>
                <a:latin typeface="Arial"/>
                <a:ea typeface="Arial"/>
                <a:cs typeface="Arial"/>
                <a:sym typeface="Arial"/>
              </a:defRPr>
            </a:lvl7pPr>
            <a:lvl8pPr marL="0" marR="0" lvl="7" indent="0" algn="l" rtl="0">
              <a:spcBef>
                <a:spcPts val="0"/>
              </a:spcBef>
              <a:buNone/>
              <a:defRPr sz="1000" b="0" i="0" u="none" strike="noStrike" cap="none">
                <a:solidFill>
                  <a:schemeClr val="dk1"/>
                </a:solidFill>
                <a:latin typeface="Arial"/>
                <a:ea typeface="Arial"/>
                <a:cs typeface="Arial"/>
                <a:sym typeface="Arial"/>
              </a:defRPr>
            </a:lvl8pPr>
            <a:lvl9pPr marL="0" marR="0" lvl="8" indent="0" algn="l" rtl="0">
              <a:spcBef>
                <a:spcPts val="0"/>
              </a:spcBef>
              <a:buNone/>
              <a:defRPr sz="1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ru-RU"/>
              <a:t>‹#›</a:t>
            </a:fld>
            <a:endParaRPr/>
          </a:p>
        </p:txBody>
      </p:sp>
      <p:sp>
        <p:nvSpPr>
          <p:cNvPr id="11" name="Google Shape;11;p24"/>
          <p:cNvSpPr txBox="1">
            <a:spLocks noGrp="1"/>
          </p:cNvSpPr>
          <p:nvPr>
            <p:ph type="title"/>
          </p:nvPr>
        </p:nvSpPr>
        <p:spPr>
          <a:xfrm>
            <a:off x="342583" y="520296"/>
            <a:ext cx="9937502" cy="1012755"/>
          </a:xfrm>
          <a:prstGeom prst="rect">
            <a:avLst/>
          </a:prstGeom>
          <a:blipFill rotWithShape="1">
            <a:blip r:embed="rId4">
              <a:alphaModFix/>
            </a:blip>
            <a:tile tx="0" ty="0" sx="100000" sy="100000" flip="y" algn="bl"/>
          </a:blipFill>
          <a:ln>
            <a:noFill/>
          </a:ln>
        </p:spPr>
        <p:txBody>
          <a:bodyPr spcFirstLastPara="1" wrap="square" lIns="90000" tIns="0" rIns="91425" bIns="180000" anchor="t" anchorCtr="0">
            <a:sp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2" name="Google Shape;12;p24" descr="CL-Logo-Short-Dark.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32417" y="268268"/>
            <a:ext cx="413482" cy="238986"/>
          </a:xfrm>
          <a:prstGeom prst="rect">
            <a:avLst/>
          </a:prstGeom>
          <a:noFill/>
          <a:ln>
            <a:noFill/>
          </a:ln>
        </p:spPr>
      </p:pic>
      <p:sp>
        <p:nvSpPr>
          <p:cNvPr id="13" name="Google Shape;13;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2" name="Google Shape;1978;p2">
            <a:extLst>
              <a:ext uri="{FF2B5EF4-FFF2-40B4-BE49-F238E27FC236}">
                <a16:creationId xmlns:a16="http://schemas.microsoft.com/office/drawing/2014/main" id="{3659BC77-C5F8-90BF-2E2A-6893BB9DFE72}"/>
              </a:ext>
            </a:extLst>
          </p:cNvPr>
          <p:cNvPicPr preferRelativeResize="0"/>
          <p:nvPr userDrawn="1"/>
        </p:nvPicPr>
        <p:blipFill rotWithShape="1">
          <a:blip r:embed="rId6">
            <a:alphaModFix/>
          </a:blip>
          <a:srcRect/>
          <a:stretch/>
        </p:blipFill>
        <p:spPr>
          <a:xfrm>
            <a:off x="0" y="0"/>
            <a:ext cx="12192000" cy="6858000"/>
          </a:xfrm>
          <a:prstGeom prst="rect">
            <a:avLst/>
          </a:prstGeom>
          <a:noFill/>
          <a:ln>
            <a:noFill/>
          </a:ln>
        </p:spPr>
      </p:pic>
      <p:pic>
        <p:nvPicPr>
          <p:cNvPr id="4" name="Рисунок 3">
            <a:extLst>
              <a:ext uri="{FF2B5EF4-FFF2-40B4-BE49-F238E27FC236}">
                <a16:creationId xmlns:a16="http://schemas.microsoft.com/office/drawing/2014/main" id="{0E10E062-0E1B-84A9-03AD-D642A64D6CF1}"/>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1522502" y="240881"/>
            <a:ext cx="423822" cy="241300"/>
          </a:xfrm>
          <a:prstGeom prst="rect">
            <a:avLst/>
          </a:prstGeom>
        </p:spPr>
      </p:pic>
    </p:spTree>
    <p:extLst>
      <p:ext uri="{BB962C8B-B14F-4D97-AF65-F5344CB8AC3E}">
        <p14:creationId xmlns:p14="http://schemas.microsoft.com/office/powerpoint/2010/main" val="2811061449"/>
      </p:ext>
    </p:extLst>
  </p:cSld>
  <p:clrMap bg1="lt1" tx1="dk1" bg2="dk2" tx2="lt2" accent1="accent1" accent2="accent2" accent3="accent3" accent4="accent4" accent5="accent5" accent6="accent6" hlink="hlink" folHlink="folHlink"/>
  <p:sldLayoutIdLst>
    <p:sldLayoutId id="2147483672" r:id="rId1"/>
    <p:sldLayoutId id="214748370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11">
          <p15:clr>
            <a:srgbClr val="F26B43"/>
          </p15:clr>
        </p15:guide>
        <p15:guide id="2" pos="7469">
          <p15:clr>
            <a:srgbClr val="F26B43"/>
          </p15:clr>
        </p15:guide>
        <p15:guide id="3" orient="horz" pos="323">
          <p15:clr>
            <a:srgbClr val="F26B43"/>
          </p15:clr>
        </p15:guide>
        <p15:guide id="4" orient="horz" pos="1049">
          <p15:clr>
            <a:srgbClr val="F26B43"/>
          </p15:clr>
        </p15:guide>
        <p15:guide id="5" orient="horz" pos="3974">
          <p15:clr>
            <a:srgbClr val="F26B43"/>
          </p15:clr>
        </p15:guide>
        <p15:guide id="6" orient="horz" pos="388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121117"/>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3">
            <a:alphaModFix/>
          </a:blip>
          <a:srcRect/>
          <a:stretch/>
        </p:blipFill>
        <p:spPr>
          <a:xfrm>
            <a:off x="11447298" y="203583"/>
            <a:ext cx="619676" cy="355181"/>
          </a:xfrm>
          <a:prstGeom prst="rect">
            <a:avLst/>
          </a:prstGeom>
          <a:noFill/>
          <a:ln>
            <a:noFill/>
          </a:ln>
        </p:spPr>
      </p:pic>
    </p:spTree>
    <p:extLst>
      <p:ext uri="{BB962C8B-B14F-4D97-AF65-F5344CB8AC3E}">
        <p14:creationId xmlns:p14="http://schemas.microsoft.com/office/powerpoint/2010/main" val="2101617227"/>
      </p:ext>
    </p:extLst>
  </p:cSld>
  <p:clrMap bg1="lt1" tx1="dk1" bg2="dk2" tx2="lt2" accent1="accent1" accent2="accent2" accent3="accent3" accent4="accent4" accent5="accent5" accent6="accent6" hlink="hlink" folHlink="folHlink"/>
  <p:sldLayoutIdLst>
    <p:sldLayoutId id="214748373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668154-0D13-E5EB-A68F-B6D67561ED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D3FCCF11-55DA-6502-8706-D5DB536B3C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7F82DC2A-C62A-46B8-6ACF-E5506F4C7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rial" panose="020B0604020202020204" pitchFamily="34" charset="0"/>
              </a:defRPr>
            </a:lvl1pPr>
          </a:lstStyle>
          <a:p>
            <a:fld id="{FF413D8B-1465-9C44-A13E-8077F9D447BD}" type="datetimeFigureOut">
              <a:rPr lang="ru-RU" smtClean="0"/>
              <a:pPr/>
              <a:t>03.08.2026</a:t>
            </a:fld>
            <a:endParaRPr lang="ru-RU" dirty="0"/>
          </a:p>
        </p:txBody>
      </p:sp>
      <p:sp>
        <p:nvSpPr>
          <p:cNvPr id="5" name="Нижний колонтитул 4">
            <a:extLst>
              <a:ext uri="{FF2B5EF4-FFF2-40B4-BE49-F238E27FC236}">
                <a16:creationId xmlns:a16="http://schemas.microsoft.com/office/drawing/2014/main" id="{709700E6-9FF6-79FF-B3BD-A215DB6D83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F47FFE70-D4B3-C3AF-43BD-2029D4BFB5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panose="020B0604020202020204" pitchFamily="34" charset="0"/>
              </a:defRPr>
            </a:lvl1pPr>
          </a:lstStyle>
          <a:p>
            <a:fld id="{0D85BAB0-D13B-874F-9DE7-A80C7C7F2597}" type="slidenum">
              <a:rPr lang="ru-RU" smtClean="0"/>
              <a:pPr/>
              <a:t>‹#›</a:t>
            </a:fld>
            <a:endParaRPr lang="ru-RU" dirty="0"/>
          </a:p>
        </p:txBody>
      </p:sp>
      <p:pic>
        <p:nvPicPr>
          <p:cNvPr id="7" name="Google Shape;12;p24" descr="CL-Logo-Short-Dark.png">
            <a:extLst>
              <a:ext uri="{FF2B5EF4-FFF2-40B4-BE49-F238E27FC236}">
                <a16:creationId xmlns:a16="http://schemas.microsoft.com/office/drawing/2014/main" id="{DC939839-4EE7-98C7-35F5-09EDF97D1721}"/>
              </a:ext>
            </a:extLst>
          </p:cNvPr>
          <p:cNvPicPr preferRelativeResize="0"/>
          <p:nvPr userDrawn="1"/>
        </p:nvPicPr>
        <p:blipFill rotWithShape="1">
          <a:blip r:embed="rId11" cstate="screen">
            <a:alphaModFix/>
            <a:extLst>
              <a:ext uri="{28A0092B-C50C-407E-A947-70E740481C1C}">
                <a14:useLocalDpi xmlns:a14="http://schemas.microsoft.com/office/drawing/2010/main"/>
              </a:ext>
            </a:extLst>
          </a:blip>
          <a:srcRect/>
          <a:stretch/>
        </p:blipFill>
        <p:spPr>
          <a:xfrm>
            <a:off x="11532842" y="245632"/>
            <a:ext cx="413482" cy="238986"/>
          </a:xfrm>
          <a:prstGeom prst="rect">
            <a:avLst/>
          </a:prstGeom>
          <a:noFill/>
          <a:ln>
            <a:noFill/>
          </a:ln>
        </p:spPr>
      </p:pic>
    </p:spTree>
    <p:extLst>
      <p:ext uri="{BB962C8B-B14F-4D97-AF65-F5344CB8AC3E}">
        <p14:creationId xmlns:p14="http://schemas.microsoft.com/office/powerpoint/2010/main" val="2864269099"/>
      </p:ext>
    </p:extLst>
  </p:cSld>
  <p:clrMap bg1="lt1" tx1="dk1" bg2="lt2" tx2="dk2" accent1="accent1" accent2="accent2" accent3="accent3" accent4="accent4" accent5="accent5" accent6="accent6" hlink="hlink" folHlink="folHlink"/>
  <p:sldLayoutIdLst>
    <p:sldLayoutId id="2147483740" r:id="rId1"/>
    <p:sldLayoutId id="2147483745" r:id="rId2"/>
    <p:sldLayoutId id="2147483746" r:id="rId3"/>
    <p:sldLayoutId id="2147483747" r:id="rId4"/>
    <p:sldLayoutId id="2147483749" r:id="rId5"/>
    <p:sldLayoutId id="2147483750" r:id="rId6"/>
    <p:sldLayoutId id="2147483751" r:id="rId7"/>
    <p:sldLayoutId id="2147483752" r:id="rId8"/>
    <p:sldLayoutId id="2147483759" r:id="rId9"/>
  </p:sldLayoutIdLst>
  <p:txStyles>
    <p:titleStyle>
      <a:lvl1pPr algn="l" defTabSz="914400" rtl="0" eaLnBrk="1" latinLnBrk="0" hangingPunct="1">
        <a:lnSpc>
          <a:spcPct val="90000"/>
        </a:lnSpc>
        <a:spcBef>
          <a:spcPct val="0"/>
        </a:spcBef>
        <a:buNone/>
        <a:defRPr sz="4400" b="0" i="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rive.google.com/file/d/1qsKgM6fUWI_kpnUwfrnoUdt_4PX4_ssw/view" TargetMode="Externa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2A13B1-1914-BF37-2256-23211F7DD9B9}"/>
              </a:ext>
            </a:extLst>
          </p:cNvPr>
          <p:cNvSpPr>
            <a:spLocks noGrp="1"/>
          </p:cNvSpPr>
          <p:nvPr>
            <p:ph type="ctrTitle"/>
          </p:nvPr>
        </p:nvSpPr>
        <p:spPr>
          <a:xfrm>
            <a:off x="684550" y="1461125"/>
            <a:ext cx="6600670" cy="2387600"/>
          </a:xfrm>
        </p:spPr>
        <p:txBody>
          <a:bodyPr>
            <a:normAutofit/>
          </a:bodyPr>
          <a:lstStyle/>
          <a:p>
            <a:r>
              <a:rPr lang="ru-RU" sz="4400" dirty="0"/>
              <a:t>КОРПОРАТИВНЫЙ ШАБЛОН ДЛЯ ПРЕЗЕНТАЦИЙ</a:t>
            </a:r>
          </a:p>
        </p:txBody>
      </p:sp>
      <p:sp>
        <p:nvSpPr>
          <p:cNvPr id="3" name="Подзаголовок 2">
            <a:extLst>
              <a:ext uri="{FF2B5EF4-FFF2-40B4-BE49-F238E27FC236}">
                <a16:creationId xmlns:a16="http://schemas.microsoft.com/office/drawing/2014/main" id="{F4DEE926-E743-C606-E381-95F7C740514B}"/>
              </a:ext>
            </a:extLst>
          </p:cNvPr>
          <p:cNvSpPr>
            <a:spLocks noGrp="1"/>
          </p:cNvSpPr>
          <p:nvPr>
            <p:ph type="subTitle" idx="4294967295"/>
          </p:nvPr>
        </p:nvSpPr>
        <p:spPr>
          <a:xfrm>
            <a:off x="684550" y="3940800"/>
            <a:ext cx="4831830" cy="1655762"/>
          </a:xfrm>
        </p:spPr>
        <p:txBody>
          <a:bodyPr>
            <a:normAutofit/>
          </a:bodyPr>
          <a:lstStyle/>
          <a:p>
            <a:pPr marL="0" indent="0">
              <a:spcBef>
                <a:spcPts val="0"/>
              </a:spcBef>
              <a:buNone/>
            </a:pPr>
            <a:r>
              <a:rPr lang="ru-RU" sz="1800" dirty="0">
                <a:latin typeface="Arial" panose="020B0604020202020204" pitchFamily="34" charset="0"/>
                <a:cs typeface="Arial" panose="020B0604020202020204" pitchFamily="34" charset="0"/>
              </a:rPr>
              <a:t>Версия для команды </a:t>
            </a:r>
            <a:r>
              <a:rPr lang="en" sz="1800" dirty="0" err="1">
                <a:latin typeface="Arial" panose="020B0604020202020204" pitchFamily="34" charset="0"/>
                <a:cs typeface="Arial" panose="020B0604020202020204" pitchFamily="34" charset="0"/>
              </a:rPr>
              <a:t>Changellenge</a:t>
            </a:r>
            <a:r>
              <a:rPr lang="en" sz="1800" dirty="0">
                <a:latin typeface="Arial" panose="020B0604020202020204" pitchFamily="34" charset="0"/>
                <a:cs typeface="Arial" panose="020B0604020202020204" pitchFamily="34" charset="0"/>
              </a:rPr>
              <a:t> &gt;&gt; </a:t>
            </a:r>
          </a:p>
          <a:p>
            <a:pPr marL="0" indent="0">
              <a:spcBef>
                <a:spcPts val="0"/>
              </a:spcBef>
              <a:buNone/>
            </a:pPr>
            <a:r>
              <a:rPr lang="ru-RU" sz="1800" dirty="0">
                <a:latin typeface="Arial" panose="020B0604020202020204" pitchFamily="34" charset="0"/>
                <a:cs typeface="Arial" panose="020B0604020202020204" pitchFamily="34" charset="0"/>
              </a:rPr>
              <a:t>в помощь при подготовке презентаций </a:t>
            </a:r>
            <a:endParaRPr lang="en-US" sz="1800" dirty="0">
              <a:latin typeface="Arial" panose="020B0604020202020204" pitchFamily="34" charset="0"/>
              <a:cs typeface="Arial" panose="020B0604020202020204" pitchFamily="34" charset="0"/>
            </a:endParaRPr>
          </a:p>
          <a:p>
            <a:pPr marL="0" indent="0">
              <a:spcBef>
                <a:spcPts val="0"/>
              </a:spcBef>
              <a:buNone/>
            </a:pPr>
            <a:r>
              <a:rPr lang="ru-RU" sz="1800" dirty="0">
                <a:latin typeface="Arial" panose="020B0604020202020204" pitchFamily="34" charset="0"/>
                <a:cs typeface="Arial" panose="020B0604020202020204" pitchFamily="34" charset="0"/>
              </a:rPr>
              <a:t>от октября 2025 года</a:t>
            </a:r>
          </a:p>
        </p:txBody>
      </p:sp>
    </p:spTree>
    <p:extLst>
      <p:ext uri="{BB962C8B-B14F-4D97-AF65-F5344CB8AC3E}">
        <p14:creationId xmlns:p14="http://schemas.microsoft.com/office/powerpoint/2010/main" val="3394551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2135;p13">
            <a:extLst>
              <a:ext uri="{FF2B5EF4-FFF2-40B4-BE49-F238E27FC236}">
                <a16:creationId xmlns:a16="http://schemas.microsoft.com/office/drawing/2014/main" id="{5904BD4D-C153-8B4A-14A0-ABDA33EEA35B}"/>
              </a:ext>
            </a:extLst>
          </p:cNvPr>
          <p:cNvSpPr/>
          <p:nvPr/>
        </p:nvSpPr>
        <p:spPr>
          <a:xfrm>
            <a:off x="4177360" y="2324182"/>
            <a:ext cx="3486785" cy="3651118"/>
          </a:xfrm>
          <a:prstGeom prst="roundRect">
            <a:avLst>
              <a:gd name="adj" fmla="val 11516"/>
            </a:avLst>
          </a:prstGeom>
          <a:gradFill>
            <a:gsLst>
              <a:gs pos="0">
                <a:srgbClr val="CA1A69"/>
              </a:gs>
              <a:gs pos="77000">
                <a:srgbClr val="C83846"/>
              </a:gs>
              <a:gs pos="100000">
                <a:srgbClr val="DF5653"/>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3" name="Google Shape;2137;p13">
            <a:extLst>
              <a:ext uri="{FF2B5EF4-FFF2-40B4-BE49-F238E27FC236}">
                <a16:creationId xmlns:a16="http://schemas.microsoft.com/office/drawing/2014/main" id="{05992B40-0018-4DF8-2ABE-54AF59764EF0}"/>
              </a:ext>
            </a:extLst>
          </p:cNvPr>
          <p:cNvSpPr/>
          <p:nvPr/>
        </p:nvSpPr>
        <p:spPr>
          <a:xfrm>
            <a:off x="7863101" y="2324182"/>
            <a:ext cx="3486785" cy="3651118"/>
          </a:xfrm>
          <a:prstGeom prst="roundRect">
            <a:avLst>
              <a:gd name="adj" fmla="val 11984"/>
            </a:avLst>
          </a:prstGeom>
          <a:gradFill>
            <a:gsLst>
              <a:gs pos="0">
                <a:srgbClr val="CA1A69"/>
              </a:gs>
              <a:gs pos="77000">
                <a:srgbClr val="C83846"/>
              </a:gs>
              <a:gs pos="100000">
                <a:srgbClr val="DF5653"/>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FFFFFF"/>
              </a:solidFill>
              <a:latin typeface="Arial"/>
              <a:ea typeface="Arial"/>
              <a:cs typeface="Arial"/>
              <a:sym typeface="Arial"/>
            </a:endParaRPr>
          </a:p>
        </p:txBody>
      </p:sp>
      <p:sp>
        <p:nvSpPr>
          <p:cNvPr id="14" name="Google Shape;2139;p13">
            <a:extLst>
              <a:ext uri="{FF2B5EF4-FFF2-40B4-BE49-F238E27FC236}">
                <a16:creationId xmlns:a16="http://schemas.microsoft.com/office/drawing/2014/main" id="{BC050DFC-9552-CDCB-F3AC-B6022E8E23E9}"/>
              </a:ext>
            </a:extLst>
          </p:cNvPr>
          <p:cNvSpPr/>
          <p:nvPr/>
        </p:nvSpPr>
        <p:spPr>
          <a:xfrm>
            <a:off x="450642" y="2324182"/>
            <a:ext cx="3486785" cy="3651118"/>
          </a:xfrm>
          <a:prstGeom prst="roundRect">
            <a:avLst>
              <a:gd name="adj" fmla="val 11047"/>
            </a:avLst>
          </a:prstGeom>
          <a:gradFill>
            <a:gsLst>
              <a:gs pos="0">
                <a:srgbClr val="CA1A69"/>
              </a:gs>
              <a:gs pos="77000">
                <a:srgbClr val="C83846"/>
              </a:gs>
              <a:gs pos="100000">
                <a:srgbClr val="DF5653"/>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 name="Заголовок 1">
            <a:extLst>
              <a:ext uri="{FF2B5EF4-FFF2-40B4-BE49-F238E27FC236}">
                <a16:creationId xmlns:a16="http://schemas.microsoft.com/office/drawing/2014/main" id="{CA881938-CF60-0B1B-EF4A-BF4123DE12F3}"/>
              </a:ext>
            </a:extLst>
          </p:cNvPr>
          <p:cNvSpPr>
            <a:spLocks noGrp="1"/>
          </p:cNvSpPr>
          <p:nvPr>
            <p:ph type="ctrTitle"/>
          </p:nvPr>
        </p:nvSpPr>
        <p:spPr>
          <a:xfrm>
            <a:off x="450642" y="703903"/>
            <a:ext cx="9954343" cy="1365993"/>
          </a:xfrm>
        </p:spPr>
        <p:txBody>
          <a:bodyPr>
            <a:normAutofit/>
          </a:bodyPr>
          <a:lstStyle/>
          <a:p>
            <a:r>
              <a:rPr lang="ru-RU" sz="3600" dirty="0"/>
              <a:t>Как использовать корпоративный шаблон и не словить лосей</a:t>
            </a:r>
          </a:p>
        </p:txBody>
      </p:sp>
      <p:sp>
        <p:nvSpPr>
          <p:cNvPr id="28" name="Номер слайда 9">
            <a:extLst>
              <a:ext uri="{FF2B5EF4-FFF2-40B4-BE49-F238E27FC236}">
                <a16:creationId xmlns:a16="http://schemas.microsoft.com/office/drawing/2014/main" id="{B566ADDF-C3ED-F1D3-5A8C-4A18782411C5}"/>
              </a:ext>
            </a:extLst>
          </p:cNvPr>
          <p:cNvSpPr>
            <a:spLocks noGrp="1"/>
          </p:cNvSpPr>
          <p:nvPr>
            <p:ph type="sldNum" sz="quarter" idx="30"/>
          </p:nvPr>
        </p:nvSpPr>
        <p:spPr/>
        <p:txBody>
          <a:bodyPr/>
          <a:lstStyle>
            <a:lvl1pPr>
              <a:defRPr>
                <a:solidFill>
                  <a:schemeClr val="tx1"/>
                </a:solidFill>
              </a:defRPr>
            </a:lvl1pPr>
          </a:lstStyle>
          <a:p>
            <a:fld id="{0D85BAB0-D13B-874F-9DE7-A80C7C7F2597}" type="slidenum">
              <a:rPr lang="ru-RU" smtClean="0"/>
              <a:pPr/>
              <a:t>2</a:t>
            </a:fld>
            <a:endParaRPr lang="ru-RU" dirty="0"/>
          </a:p>
        </p:txBody>
      </p:sp>
      <p:sp>
        <p:nvSpPr>
          <p:cNvPr id="7" name="Google Shape;2136;p13">
            <a:extLst>
              <a:ext uri="{FF2B5EF4-FFF2-40B4-BE49-F238E27FC236}">
                <a16:creationId xmlns:a16="http://schemas.microsoft.com/office/drawing/2014/main" id="{3881EFCC-FFDB-81D4-66B5-B102223F246D}"/>
              </a:ext>
            </a:extLst>
          </p:cNvPr>
          <p:cNvSpPr/>
          <p:nvPr/>
        </p:nvSpPr>
        <p:spPr>
          <a:xfrm>
            <a:off x="4136383" y="2205319"/>
            <a:ext cx="3486785" cy="3651118"/>
          </a:xfrm>
          <a:prstGeom prst="roundRect">
            <a:avLst>
              <a:gd name="adj" fmla="val 11047"/>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8" name="Google Shape;2138;p13">
            <a:extLst>
              <a:ext uri="{FF2B5EF4-FFF2-40B4-BE49-F238E27FC236}">
                <a16:creationId xmlns:a16="http://schemas.microsoft.com/office/drawing/2014/main" id="{114A509D-85E9-7C60-1336-315C3F3F2527}"/>
              </a:ext>
            </a:extLst>
          </p:cNvPr>
          <p:cNvSpPr/>
          <p:nvPr/>
        </p:nvSpPr>
        <p:spPr>
          <a:xfrm>
            <a:off x="7822124" y="2205319"/>
            <a:ext cx="3486785" cy="3651118"/>
          </a:xfrm>
          <a:prstGeom prst="roundRect">
            <a:avLst>
              <a:gd name="adj" fmla="val 11047"/>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 name="Google Shape;2140;p13">
            <a:extLst>
              <a:ext uri="{FF2B5EF4-FFF2-40B4-BE49-F238E27FC236}">
                <a16:creationId xmlns:a16="http://schemas.microsoft.com/office/drawing/2014/main" id="{E1934078-4A7D-67D2-FF04-336E26D9B79F}"/>
              </a:ext>
            </a:extLst>
          </p:cNvPr>
          <p:cNvSpPr/>
          <p:nvPr/>
        </p:nvSpPr>
        <p:spPr>
          <a:xfrm>
            <a:off x="409665" y="2205319"/>
            <a:ext cx="3486785" cy="3651118"/>
          </a:xfrm>
          <a:prstGeom prst="roundRect">
            <a:avLst>
              <a:gd name="adj" fmla="val 10111"/>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6" name="Текст 79">
            <a:extLst>
              <a:ext uri="{FF2B5EF4-FFF2-40B4-BE49-F238E27FC236}">
                <a16:creationId xmlns:a16="http://schemas.microsoft.com/office/drawing/2014/main" id="{CF34F484-8431-0C09-8ED5-CBE8E29E9429}"/>
              </a:ext>
            </a:extLst>
          </p:cNvPr>
          <p:cNvSpPr txBox="1">
            <a:spLocks/>
          </p:cNvSpPr>
          <p:nvPr/>
        </p:nvSpPr>
        <p:spPr>
          <a:xfrm>
            <a:off x="684544" y="3827573"/>
            <a:ext cx="2965449" cy="1643527"/>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ru-RU" dirty="0"/>
              <a:t>По кнопочке «Создать слайд» </a:t>
            </a:r>
          </a:p>
          <a:p>
            <a:pPr>
              <a:spcBef>
                <a:spcPts val="0"/>
              </a:spcBef>
            </a:pPr>
            <a:r>
              <a:rPr lang="ru-RU" dirty="0"/>
              <a:t>ты увидишь заготовки, которые можешь создать сразу из шаблона. </a:t>
            </a:r>
          </a:p>
          <a:p>
            <a:pPr>
              <a:spcBef>
                <a:spcPts val="0"/>
              </a:spcBef>
            </a:pPr>
            <a:r>
              <a:rPr lang="ru-RU" dirty="0"/>
              <a:t>Чтобы не придумывать ничего нового в этой </a:t>
            </a:r>
            <a:r>
              <a:rPr lang="ru-RU" dirty="0" err="1"/>
              <a:t>презе</a:t>
            </a:r>
            <a:r>
              <a:rPr lang="ru-RU" dirty="0"/>
              <a:t> много слайдов под разные случаи</a:t>
            </a:r>
          </a:p>
          <a:p>
            <a:pPr>
              <a:spcBef>
                <a:spcPts val="0"/>
              </a:spcBef>
            </a:pPr>
            <a:r>
              <a:rPr lang="ru-RU" dirty="0"/>
              <a:t>с возможностью их менять</a:t>
            </a:r>
          </a:p>
        </p:txBody>
      </p:sp>
      <p:sp>
        <p:nvSpPr>
          <p:cNvPr id="18" name="Текст 79">
            <a:extLst>
              <a:ext uri="{FF2B5EF4-FFF2-40B4-BE49-F238E27FC236}">
                <a16:creationId xmlns:a16="http://schemas.microsoft.com/office/drawing/2014/main" id="{24D47CE6-1342-33F8-D160-C8922153B6B0}"/>
              </a:ext>
            </a:extLst>
          </p:cNvPr>
          <p:cNvSpPr txBox="1">
            <a:spLocks/>
          </p:cNvSpPr>
          <p:nvPr/>
        </p:nvSpPr>
        <p:spPr>
          <a:xfrm>
            <a:off x="4353866" y="3827573"/>
            <a:ext cx="3189934" cy="1815882"/>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ru-RU" b="1" dirty="0"/>
              <a:t>Шрифт – только </a:t>
            </a:r>
            <a:r>
              <a:rPr lang="ru-RU" b="1" dirty="0" err="1"/>
              <a:t>Arial</a:t>
            </a:r>
            <a:r>
              <a:rPr lang="ru-RU" b="1" dirty="0"/>
              <a:t>: </a:t>
            </a:r>
          </a:p>
          <a:p>
            <a:pPr marL="285750" indent="-285750">
              <a:lnSpc>
                <a:spcPct val="100000"/>
              </a:lnSpc>
              <a:spcBef>
                <a:spcPts val="0"/>
              </a:spcBef>
              <a:buFont typeface="Arial" panose="020B0604020202020204" pitchFamily="34" charset="0"/>
              <a:buChar char="•"/>
            </a:pPr>
            <a:r>
              <a:rPr lang="ru-RU" dirty="0"/>
              <a:t>Заголовки: </a:t>
            </a:r>
            <a:r>
              <a:rPr lang="en-US" b="1" dirty="0">
                <a:latin typeface="Arial Black" panose="020B0604020202020204" pitchFamily="34" charset="0"/>
                <a:cs typeface="Arial Black" panose="020B0604020202020204" pitchFamily="34" charset="0"/>
              </a:rPr>
              <a:t>Black</a:t>
            </a:r>
          </a:p>
          <a:p>
            <a:pPr marL="285750" indent="-285750">
              <a:lnSpc>
                <a:spcPct val="100000"/>
              </a:lnSpc>
              <a:spcBef>
                <a:spcPts val="0"/>
              </a:spcBef>
              <a:buFont typeface="Arial" panose="020B0604020202020204" pitchFamily="34" charset="0"/>
              <a:buChar char="•"/>
            </a:pPr>
            <a:r>
              <a:rPr lang="ru-RU" dirty="0"/>
              <a:t>Подзаголовки: </a:t>
            </a:r>
            <a:r>
              <a:rPr lang="ru-RU" b="1" dirty="0"/>
              <a:t>Полужирный</a:t>
            </a:r>
          </a:p>
          <a:p>
            <a:pPr marL="285750" indent="-285750">
              <a:lnSpc>
                <a:spcPct val="100000"/>
              </a:lnSpc>
              <a:spcBef>
                <a:spcPts val="0"/>
              </a:spcBef>
              <a:buFont typeface="Arial" panose="020B0604020202020204" pitchFamily="34" charset="0"/>
              <a:buChar char="•"/>
            </a:pPr>
            <a:r>
              <a:rPr lang="ru-RU" dirty="0"/>
              <a:t>Обычный текст: Обычный</a:t>
            </a:r>
          </a:p>
          <a:p>
            <a:pPr>
              <a:lnSpc>
                <a:spcPct val="100000"/>
              </a:lnSpc>
              <a:spcBef>
                <a:spcPts val="0"/>
              </a:spcBef>
            </a:pPr>
            <a:endParaRPr lang="ru-RU" b="1" dirty="0"/>
          </a:p>
          <a:p>
            <a:pPr>
              <a:lnSpc>
                <a:spcPct val="100000"/>
              </a:lnSpc>
              <a:spcBef>
                <a:spcPts val="0"/>
              </a:spcBef>
            </a:pPr>
            <a:r>
              <a:rPr lang="ru-RU" b="1" dirty="0"/>
              <a:t>Размер</a:t>
            </a:r>
            <a:r>
              <a:rPr lang="ru-RU" dirty="0"/>
              <a:t>: следи, чтобы текст на слайде не был слишком мелким </a:t>
            </a:r>
          </a:p>
          <a:p>
            <a:pPr>
              <a:lnSpc>
                <a:spcPct val="100000"/>
              </a:lnSpc>
              <a:spcBef>
                <a:spcPts val="0"/>
              </a:spcBef>
            </a:pPr>
            <a:r>
              <a:rPr lang="ru-RU" dirty="0"/>
              <a:t>и смотрелся красиво</a:t>
            </a:r>
            <a:endParaRPr lang="en-US" dirty="0"/>
          </a:p>
        </p:txBody>
      </p:sp>
      <p:sp>
        <p:nvSpPr>
          <p:cNvPr id="20" name="Текст 79">
            <a:extLst>
              <a:ext uri="{FF2B5EF4-FFF2-40B4-BE49-F238E27FC236}">
                <a16:creationId xmlns:a16="http://schemas.microsoft.com/office/drawing/2014/main" id="{D78189C5-587A-5022-43E3-C30EBE90470E}"/>
              </a:ext>
            </a:extLst>
          </p:cNvPr>
          <p:cNvSpPr txBox="1">
            <a:spLocks/>
          </p:cNvSpPr>
          <p:nvPr/>
        </p:nvSpPr>
        <p:spPr>
          <a:xfrm>
            <a:off x="8234206" y="3827573"/>
            <a:ext cx="2170779" cy="480131"/>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Мы используем цвета по нашему брендбуку: </a:t>
            </a:r>
            <a:endParaRPr lang="en-US" dirty="0"/>
          </a:p>
        </p:txBody>
      </p:sp>
      <p:sp>
        <p:nvSpPr>
          <p:cNvPr id="21" name="Google Shape;347;p29">
            <a:extLst>
              <a:ext uri="{FF2B5EF4-FFF2-40B4-BE49-F238E27FC236}">
                <a16:creationId xmlns:a16="http://schemas.microsoft.com/office/drawing/2014/main" id="{3F96A1D2-5548-F922-15DF-DFEA2D831C97}"/>
              </a:ext>
            </a:extLst>
          </p:cNvPr>
          <p:cNvSpPr/>
          <p:nvPr/>
        </p:nvSpPr>
        <p:spPr>
          <a:xfrm rot="244080">
            <a:off x="3647070" y="6364802"/>
            <a:ext cx="2858431" cy="1839838"/>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22" name="Google Shape;361;p29">
            <a:extLst>
              <a:ext uri="{FF2B5EF4-FFF2-40B4-BE49-F238E27FC236}">
                <a16:creationId xmlns:a16="http://schemas.microsoft.com/office/drawing/2014/main" id="{A914A047-6034-74E4-CD74-233FBB2E4064}"/>
              </a:ext>
            </a:extLst>
          </p:cNvPr>
          <p:cNvSpPr/>
          <p:nvPr/>
        </p:nvSpPr>
        <p:spPr>
          <a:xfrm rot="-2193262">
            <a:off x="10696946" y="-942358"/>
            <a:ext cx="4080861" cy="2626659"/>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23" name="Google Shape;362;p29">
            <a:extLst>
              <a:ext uri="{FF2B5EF4-FFF2-40B4-BE49-F238E27FC236}">
                <a16:creationId xmlns:a16="http://schemas.microsoft.com/office/drawing/2014/main" id="{3C882BF7-A6C0-B750-56BF-B7FECD200EF7}"/>
              </a:ext>
            </a:extLst>
          </p:cNvPr>
          <p:cNvSpPr/>
          <p:nvPr/>
        </p:nvSpPr>
        <p:spPr>
          <a:xfrm rot="244080">
            <a:off x="11506576" y="1646072"/>
            <a:ext cx="2858431" cy="1839838"/>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24" name="Текст 77">
            <a:extLst>
              <a:ext uri="{FF2B5EF4-FFF2-40B4-BE49-F238E27FC236}">
                <a16:creationId xmlns:a16="http://schemas.microsoft.com/office/drawing/2014/main" id="{02F1C29C-D01B-FE34-CA85-8035CDE37043}"/>
              </a:ext>
            </a:extLst>
          </p:cNvPr>
          <p:cNvSpPr txBox="1">
            <a:spLocks/>
          </p:cNvSpPr>
          <p:nvPr/>
        </p:nvSpPr>
        <p:spPr>
          <a:xfrm>
            <a:off x="684544" y="2592222"/>
            <a:ext cx="2681654" cy="1089529"/>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ru-RU" sz="2400" dirty="0"/>
              <a:t>Используй готовые шаблоны</a:t>
            </a:r>
          </a:p>
        </p:txBody>
      </p:sp>
      <p:sp>
        <p:nvSpPr>
          <p:cNvPr id="25" name="Текст 77">
            <a:extLst>
              <a:ext uri="{FF2B5EF4-FFF2-40B4-BE49-F238E27FC236}">
                <a16:creationId xmlns:a16="http://schemas.microsoft.com/office/drawing/2014/main" id="{62930C10-0370-0964-67EF-7B218CFC85CD}"/>
              </a:ext>
            </a:extLst>
          </p:cNvPr>
          <p:cNvSpPr txBox="1">
            <a:spLocks/>
          </p:cNvSpPr>
          <p:nvPr/>
        </p:nvSpPr>
        <p:spPr>
          <a:xfrm>
            <a:off x="4353866" y="2592222"/>
            <a:ext cx="3116185" cy="1089529"/>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ru-RU" sz="2400" dirty="0"/>
              <a:t>Используй правильный шрифт и размер</a:t>
            </a:r>
          </a:p>
        </p:txBody>
      </p:sp>
      <p:sp>
        <p:nvSpPr>
          <p:cNvPr id="26" name="Текст 77">
            <a:extLst>
              <a:ext uri="{FF2B5EF4-FFF2-40B4-BE49-F238E27FC236}">
                <a16:creationId xmlns:a16="http://schemas.microsoft.com/office/drawing/2014/main" id="{B28627C2-B043-FFC6-4AE6-69C15856FCE8}"/>
              </a:ext>
            </a:extLst>
          </p:cNvPr>
          <p:cNvSpPr txBox="1">
            <a:spLocks/>
          </p:cNvSpPr>
          <p:nvPr/>
        </p:nvSpPr>
        <p:spPr>
          <a:xfrm>
            <a:off x="8234206" y="2592222"/>
            <a:ext cx="2681654" cy="1089529"/>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spcBef>
                <a:spcPts val="0"/>
              </a:spcBef>
              <a:defRPr/>
            </a:pPr>
            <a:r>
              <a:rPr lang="ru-RU" sz="2400" dirty="0"/>
              <a:t>Используй правильные цвета</a:t>
            </a:r>
          </a:p>
        </p:txBody>
      </p:sp>
      <p:sp>
        <p:nvSpPr>
          <p:cNvPr id="3" name="Овал 2">
            <a:extLst>
              <a:ext uri="{FF2B5EF4-FFF2-40B4-BE49-F238E27FC236}">
                <a16:creationId xmlns:a16="http://schemas.microsoft.com/office/drawing/2014/main" id="{7885B612-3555-CE97-A28E-6C4990A08A8D}"/>
              </a:ext>
            </a:extLst>
          </p:cNvPr>
          <p:cNvSpPr/>
          <p:nvPr/>
        </p:nvSpPr>
        <p:spPr>
          <a:xfrm>
            <a:off x="8328454" y="4497857"/>
            <a:ext cx="333632" cy="333633"/>
          </a:xfrm>
          <a:prstGeom prst="ellipse">
            <a:avLst/>
          </a:prstGeom>
          <a:solidFill>
            <a:srgbClr val="1212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4" name="Овал 3">
            <a:extLst>
              <a:ext uri="{FF2B5EF4-FFF2-40B4-BE49-F238E27FC236}">
                <a16:creationId xmlns:a16="http://schemas.microsoft.com/office/drawing/2014/main" id="{FA12F1E4-FEB7-FB77-9D32-3305FEF2D334}"/>
              </a:ext>
            </a:extLst>
          </p:cNvPr>
          <p:cNvSpPr/>
          <p:nvPr/>
        </p:nvSpPr>
        <p:spPr>
          <a:xfrm>
            <a:off x="8328454" y="5012902"/>
            <a:ext cx="333632" cy="33363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5" name="Овал 4">
            <a:extLst>
              <a:ext uri="{FF2B5EF4-FFF2-40B4-BE49-F238E27FC236}">
                <a16:creationId xmlns:a16="http://schemas.microsoft.com/office/drawing/2014/main" id="{0164A14C-8684-E37E-1241-4B35EE2EA7D0}"/>
              </a:ext>
            </a:extLst>
          </p:cNvPr>
          <p:cNvSpPr/>
          <p:nvPr/>
        </p:nvSpPr>
        <p:spPr>
          <a:xfrm>
            <a:off x="9189453" y="4497857"/>
            <a:ext cx="333632" cy="333633"/>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6" name="Овал 5">
            <a:extLst>
              <a:ext uri="{FF2B5EF4-FFF2-40B4-BE49-F238E27FC236}">
                <a16:creationId xmlns:a16="http://schemas.microsoft.com/office/drawing/2014/main" id="{1BCCC269-B169-CC39-FF38-52009BC38960}"/>
              </a:ext>
            </a:extLst>
          </p:cNvPr>
          <p:cNvSpPr/>
          <p:nvPr/>
        </p:nvSpPr>
        <p:spPr>
          <a:xfrm>
            <a:off x="9189453" y="5012902"/>
            <a:ext cx="333632" cy="333633"/>
          </a:xfrm>
          <a:prstGeom prst="ellipse">
            <a:avLst/>
          </a:prstGeom>
          <a:solidFill>
            <a:srgbClr val="D64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11" name="Овал 10">
            <a:extLst>
              <a:ext uri="{FF2B5EF4-FFF2-40B4-BE49-F238E27FC236}">
                <a16:creationId xmlns:a16="http://schemas.microsoft.com/office/drawing/2014/main" id="{B2462A8D-49E5-E94F-978E-FE6064C457D1}"/>
              </a:ext>
            </a:extLst>
          </p:cNvPr>
          <p:cNvSpPr/>
          <p:nvPr/>
        </p:nvSpPr>
        <p:spPr>
          <a:xfrm>
            <a:off x="10050452" y="4497857"/>
            <a:ext cx="333632" cy="333633"/>
          </a:xfrm>
          <a:prstGeom prst="ellipse">
            <a:avLst/>
          </a:prstGeom>
          <a:solidFill>
            <a:srgbClr val="CA1D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12" name="Овал 11">
            <a:extLst>
              <a:ext uri="{FF2B5EF4-FFF2-40B4-BE49-F238E27FC236}">
                <a16:creationId xmlns:a16="http://schemas.microsoft.com/office/drawing/2014/main" id="{F75FCF44-C48B-4245-F1BD-DB6A84C305FF}"/>
              </a:ext>
            </a:extLst>
          </p:cNvPr>
          <p:cNvSpPr/>
          <p:nvPr/>
        </p:nvSpPr>
        <p:spPr>
          <a:xfrm>
            <a:off x="10050452" y="5012902"/>
            <a:ext cx="333632" cy="333633"/>
          </a:xfrm>
          <a:prstGeom prst="ellipse">
            <a:avLst/>
          </a:prstGeom>
          <a:solidFill>
            <a:srgbClr val="F2DE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latin typeface="Arial" panose="020B0604020202020204" pitchFamily="34" charset="0"/>
            </a:endParaRPr>
          </a:p>
        </p:txBody>
      </p:sp>
      <p:sp>
        <p:nvSpPr>
          <p:cNvPr id="19" name="TextBox 18">
            <a:extLst>
              <a:ext uri="{FF2B5EF4-FFF2-40B4-BE49-F238E27FC236}">
                <a16:creationId xmlns:a16="http://schemas.microsoft.com/office/drawing/2014/main" id="{12871D20-A4FD-5724-6996-7A8D21AAB979}"/>
              </a:ext>
            </a:extLst>
          </p:cNvPr>
          <p:cNvSpPr txBox="1"/>
          <p:nvPr/>
        </p:nvSpPr>
        <p:spPr>
          <a:xfrm>
            <a:off x="8580049" y="4400983"/>
            <a:ext cx="255198" cy="307777"/>
          </a:xfrm>
          <a:prstGeom prst="rect">
            <a:avLst/>
          </a:prstGeom>
          <a:noFill/>
        </p:spPr>
        <p:txBody>
          <a:bodyPr wrap="none" rtlCol="0">
            <a:spAutoFit/>
          </a:bodyPr>
          <a:lstStyle/>
          <a:p>
            <a:r>
              <a:rPr lang="en-US" sz="1400" dirty="0">
                <a:latin typeface="Arial" panose="020B0604020202020204" pitchFamily="34" charset="0"/>
              </a:rPr>
              <a:t>*</a:t>
            </a:r>
            <a:endParaRPr lang="ru-RU" sz="1400" dirty="0">
              <a:latin typeface="Arial" panose="020B0604020202020204" pitchFamily="34" charset="0"/>
            </a:endParaRPr>
          </a:p>
        </p:txBody>
      </p:sp>
      <p:sp>
        <p:nvSpPr>
          <p:cNvPr id="27" name="TextBox 26">
            <a:extLst>
              <a:ext uri="{FF2B5EF4-FFF2-40B4-BE49-F238E27FC236}">
                <a16:creationId xmlns:a16="http://schemas.microsoft.com/office/drawing/2014/main" id="{0EE77D3A-CD90-15F5-1809-F39FEFB4A3EC}"/>
              </a:ext>
            </a:extLst>
          </p:cNvPr>
          <p:cNvSpPr txBox="1"/>
          <p:nvPr/>
        </p:nvSpPr>
        <p:spPr>
          <a:xfrm>
            <a:off x="8234206" y="5527947"/>
            <a:ext cx="1983235" cy="246221"/>
          </a:xfrm>
          <a:prstGeom prst="rect">
            <a:avLst/>
          </a:prstGeom>
          <a:noFill/>
        </p:spPr>
        <p:txBody>
          <a:bodyPr wrap="none" rtlCol="0">
            <a:spAutoFit/>
          </a:bodyPr>
          <a:lstStyle/>
          <a:p>
            <a:r>
              <a:rPr lang="en-US" sz="1000" i="1" dirty="0">
                <a:solidFill>
                  <a:schemeClr val="bg1">
                    <a:lumMod val="50000"/>
                  </a:schemeClr>
                </a:solidFill>
                <a:latin typeface="Arial" panose="020B0604020202020204" pitchFamily="34" charset="0"/>
                <a:cs typeface="Arial" panose="020B0604020202020204" pitchFamily="34" charset="0"/>
              </a:rPr>
              <a:t>* </a:t>
            </a:r>
            <a:r>
              <a:rPr lang="en-US" sz="1000" i="1" dirty="0" err="1">
                <a:solidFill>
                  <a:schemeClr val="bg1">
                    <a:lumMod val="50000"/>
                  </a:schemeClr>
                </a:solidFill>
                <a:latin typeface="Arial" panose="020B0604020202020204" pitchFamily="34" charset="0"/>
                <a:cs typeface="Arial" panose="020B0604020202020204" pitchFamily="34" charset="0"/>
              </a:rPr>
              <a:t>Нет</a:t>
            </a:r>
            <a:r>
              <a:rPr lang="ru-RU" sz="1000" i="1" dirty="0">
                <a:solidFill>
                  <a:schemeClr val="bg1">
                    <a:lumMod val="50000"/>
                  </a:schemeClr>
                </a:solidFill>
                <a:latin typeface="Arial" panose="020B0604020202020204" pitchFamily="34" charset="0"/>
                <a:cs typeface="Arial" panose="020B0604020202020204" pitchFamily="34" charset="0"/>
              </a:rPr>
              <a:t>, это не черный черный</a:t>
            </a:r>
          </a:p>
        </p:txBody>
      </p:sp>
    </p:spTree>
    <p:extLst>
      <p:ext uri="{BB962C8B-B14F-4D97-AF65-F5344CB8AC3E}">
        <p14:creationId xmlns:p14="http://schemas.microsoft.com/office/powerpoint/2010/main" val="1506733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E0BC9157-831B-07E6-5DDD-9DE3C2952E34}"/>
              </a:ext>
            </a:extLst>
          </p:cNvPr>
          <p:cNvSpPr>
            <a:spLocks noGrp="1"/>
          </p:cNvSpPr>
          <p:nvPr>
            <p:ph type="body" sz="quarter" idx="24"/>
          </p:nvPr>
        </p:nvSpPr>
        <p:spPr>
          <a:xfrm>
            <a:off x="779620" y="1410142"/>
            <a:ext cx="8735441" cy="674031"/>
          </a:xfrm>
        </p:spPr>
        <p:txBody>
          <a:bodyPr/>
          <a:lstStyle/>
          <a:p>
            <a:r>
              <a:rPr lang="ru-RU" dirty="0"/>
              <a:t>Полная версия логотипа является основной и должна использоваться максимально где возможно. Ссылка на логотип: </a:t>
            </a:r>
            <a:r>
              <a:rPr lang="en" dirty="0">
                <a:hlinkClick r:id="rId2"/>
              </a:rPr>
              <a:t>https://drive.google.com/file/d/1qsKgM6fUWI_kpnUwfrnoUdt_4PX4_ssw/view</a:t>
            </a:r>
            <a:r>
              <a:rPr lang="ru-RU" dirty="0"/>
              <a:t> </a:t>
            </a:r>
          </a:p>
        </p:txBody>
      </p:sp>
      <p:sp>
        <p:nvSpPr>
          <p:cNvPr id="4" name="Заголовок 3">
            <a:extLst>
              <a:ext uri="{FF2B5EF4-FFF2-40B4-BE49-F238E27FC236}">
                <a16:creationId xmlns:a16="http://schemas.microsoft.com/office/drawing/2014/main" id="{9355A928-73E8-B05F-3F68-2ADCF3EF63AD}"/>
              </a:ext>
            </a:extLst>
          </p:cNvPr>
          <p:cNvSpPr>
            <a:spLocks noGrp="1"/>
          </p:cNvSpPr>
          <p:nvPr>
            <p:ph type="ctrTitle"/>
          </p:nvPr>
        </p:nvSpPr>
        <p:spPr/>
        <p:txBody>
          <a:bodyPr/>
          <a:lstStyle/>
          <a:p>
            <a:r>
              <a:rPr lang="ru-RU" dirty="0"/>
              <a:t>Фирменный логотип компании</a:t>
            </a:r>
          </a:p>
        </p:txBody>
      </p:sp>
      <p:sp>
        <p:nvSpPr>
          <p:cNvPr id="5" name="Google Shape;2140;p13">
            <a:extLst>
              <a:ext uri="{FF2B5EF4-FFF2-40B4-BE49-F238E27FC236}">
                <a16:creationId xmlns:a16="http://schemas.microsoft.com/office/drawing/2014/main" id="{41013AC0-1E5F-89FC-8BA9-894F1F0711A5}"/>
              </a:ext>
            </a:extLst>
          </p:cNvPr>
          <p:cNvSpPr/>
          <p:nvPr/>
        </p:nvSpPr>
        <p:spPr>
          <a:xfrm>
            <a:off x="779620" y="2337020"/>
            <a:ext cx="4824944" cy="1902855"/>
          </a:xfrm>
          <a:prstGeom prst="roundRect">
            <a:avLst>
              <a:gd name="adj" fmla="val 10111"/>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 name="Google Shape;2140;p13">
            <a:extLst>
              <a:ext uri="{FF2B5EF4-FFF2-40B4-BE49-F238E27FC236}">
                <a16:creationId xmlns:a16="http://schemas.microsoft.com/office/drawing/2014/main" id="{FD1BD4DE-DC4C-9B12-AD16-8CC435A4C238}"/>
              </a:ext>
            </a:extLst>
          </p:cNvPr>
          <p:cNvSpPr/>
          <p:nvPr/>
        </p:nvSpPr>
        <p:spPr>
          <a:xfrm>
            <a:off x="5909019" y="2337020"/>
            <a:ext cx="4824944" cy="1902855"/>
          </a:xfrm>
          <a:prstGeom prst="roundRect">
            <a:avLst>
              <a:gd name="adj" fmla="val 10111"/>
            </a:avLst>
          </a:prstGeom>
          <a:solidFill>
            <a:srgbClr val="121217"/>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 name="Google Shape;2140;p13">
            <a:extLst>
              <a:ext uri="{FF2B5EF4-FFF2-40B4-BE49-F238E27FC236}">
                <a16:creationId xmlns:a16="http://schemas.microsoft.com/office/drawing/2014/main" id="{C7E3E40A-6598-06F8-E643-44DA70997883}"/>
              </a:ext>
            </a:extLst>
          </p:cNvPr>
          <p:cNvSpPr/>
          <p:nvPr/>
        </p:nvSpPr>
        <p:spPr>
          <a:xfrm>
            <a:off x="779620" y="4378318"/>
            <a:ext cx="4824944" cy="1902855"/>
          </a:xfrm>
          <a:prstGeom prst="roundRect">
            <a:avLst>
              <a:gd name="adj" fmla="val 10111"/>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8" name="Рисунок 7">
            <a:extLst>
              <a:ext uri="{FF2B5EF4-FFF2-40B4-BE49-F238E27FC236}">
                <a16:creationId xmlns:a16="http://schemas.microsoft.com/office/drawing/2014/main" id="{804BEF54-24FE-8CF1-72D6-8F2908F2BB35}"/>
              </a:ext>
            </a:extLst>
          </p:cNvPr>
          <p:cNvPicPr>
            <a:picLocks noChangeAspect="1"/>
          </p:cNvPicPr>
          <p:nvPr/>
        </p:nvPicPr>
        <p:blipFill>
          <a:blip r:embed="rId3"/>
          <a:stretch>
            <a:fillRect/>
          </a:stretch>
        </p:blipFill>
        <p:spPr>
          <a:xfrm>
            <a:off x="6016178" y="3091650"/>
            <a:ext cx="4610626" cy="381589"/>
          </a:xfrm>
          <a:prstGeom prst="rect">
            <a:avLst/>
          </a:prstGeom>
        </p:spPr>
      </p:pic>
      <p:pic>
        <p:nvPicPr>
          <p:cNvPr id="9" name="Рисунок 8">
            <a:extLst>
              <a:ext uri="{FF2B5EF4-FFF2-40B4-BE49-F238E27FC236}">
                <a16:creationId xmlns:a16="http://schemas.microsoft.com/office/drawing/2014/main" id="{BA466C60-75CE-DD50-97C6-EDADFB610FB4}"/>
              </a:ext>
            </a:extLst>
          </p:cNvPr>
          <p:cNvPicPr>
            <a:picLocks noChangeAspect="1"/>
          </p:cNvPicPr>
          <p:nvPr/>
        </p:nvPicPr>
        <p:blipFill>
          <a:blip r:embed="rId4"/>
          <a:stretch>
            <a:fillRect/>
          </a:stretch>
        </p:blipFill>
        <p:spPr>
          <a:xfrm>
            <a:off x="886780" y="3091650"/>
            <a:ext cx="4610623" cy="381589"/>
          </a:xfrm>
          <a:prstGeom prst="rect">
            <a:avLst/>
          </a:prstGeom>
        </p:spPr>
      </p:pic>
      <p:pic>
        <p:nvPicPr>
          <p:cNvPr id="10" name="Рисунок 9">
            <a:extLst>
              <a:ext uri="{FF2B5EF4-FFF2-40B4-BE49-F238E27FC236}">
                <a16:creationId xmlns:a16="http://schemas.microsoft.com/office/drawing/2014/main" id="{2B6556B9-B662-E074-5AD2-652419218D03}"/>
              </a:ext>
            </a:extLst>
          </p:cNvPr>
          <p:cNvPicPr>
            <a:picLocks noChangeAspect="1"/>
          </p:cNvPicPr>
          <p:nvPr/>
        </p:nvPicPr>
        <p:blipFill>
          <a:blip r:embed="rId5"/>
          <a:stretch>
            <a:fillRect/>
          </a:stretch>
        </p:blipFill>
        <p:spPr>
          <a:xfrm>
            <a:off x="886779" y="5138950"/>
            <a:ext cx="4610623" cy="381589"/>
          </a:xfrm>
          <a:prstGeom prst="rect">
            <a:avLst/>
          </a:prstGeom>
        </p:spPr>
      </p:pic>
      <p:sp>
        <p:nvSpPr>
          <p:cNvPr id="11" name="Google Shape;2140;p13">
            <a:extLst>
              <a:ext uri="{FF2B5EF4-FFF2-40B4-BE49-F238E27FC236}">
                <a16:creationId xmlns:a16="http://schemas.microsoft.com/office/drawing/2014/main" id="{14D02B26-4BF3-D6D3-F87D-CD10EEA505B7}"/>
              </a:ext>
            </a:extLst>
          </p:cNvPr>
          <p:cNvSpPr/>
          <p:nvPr/>
        </p:nvSpPr>
        <p:spPr>
          <a:xfrm>
            <a:off x="5909019" y="4340931"/>
            <a:ext cx="2405995" cy="1902855"/>
          </a:xfrm>
          <a:prstGeom prst="roundRect">
            <a:avLst>
              <a:gd name="adj" fmla="val 10111"/>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2" name="Рисунок 11">
            <a:extLst>
              <a:ext uri="{FF2B5EF4-FFF2-40B4-BE49-F238E27FC236}">
                <a16:creationId xmlns:a16="http://schemas.microsoft.com/office/drawing/2014/main" id="{6A881162-F342-1216-533E-783B46EEBF3A}"/>
              </a:ext>
            </a:extLst>
          </p:cNvPr>
          <p:cNvPicPr>
            <a:picLocks noChangeAspect="1"/>
          </p:cNvPicPr>
          <p:nvPr/>
        </p:nvPicPr>
        <p:blipFill>
          <a:blip r:embed="rId6"/>
          <a:stretch>
            <a:fillRect/>
          </a:stretch>
        </p:blipFill>
        <p:spPr>
          <a:xfrm>
            <a:off x="6135839" y="4526999"/>
            <a:ext cx="1952353" cy="1530718"/>
          </a:xfrm>
          <a:prstGeom prst="rect">
            <a:avLst/>
          </a:prstGeom>
        </p:spPr>
      </p:pic>
      <p:sp>
        <p:nvSpPr>
          <p:cNvPr id="13" name="Текст 1">
            <a:extLst>
              <a:ext uri="{FF2B5EF4-FFF2-40B4-BE49-F238E27FC236}">
                <a16:creationId xmlns:a16="http://schemas.microsoft.com/office/drawing/2014/main" id="{A489BA9E-E247-ADFB-6A71-AE1AD0F91CD7}"/>
              </a:ext>
            </a:extLst>
          </p:cNvPr>
          <p:cNvSpPr txBox="1">
            <a:spLocks/>
          </p:cNvSpPr>
          <p:nvPr/>
        </p:nvSpPr>
        <p:spPr>
          <a:xfrm>
            <a:off x="8531534" y="4340931"/>
            <a:ext cx="2202429" cy="1255728"/>
          </a:xfrm>
          <a:prstGeom prst="rect">
            <a:avLst/>
          </a:prstGeom>
        </p:spPr>
        <p:txBody>
          <a:bodyPr vert="horz" wrap="square" lIns="91440" tIns="45720" rIns="91440" bIns="45720" rtlCol="0">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Охранное поле задает минимально допустимое расстояние до знака. Знак можно использовать в любом из цветов логотипа</a:t>
            </a:r>
          </a:p>
        </p:txBody>
      </p:sp>
    </p:spTree>
    <p:extLst>
      <p:ext uri="{BB962C8B-B14F-4D97-AF65-F5344CB8AC3E}">
        <p14:creationId xmlns:p14="http://schemas.microsoft.com/office/powerpoint/2010/main" val="1800283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одзаголовок 1">
            <a:extLst>
              <a:ext uri="{FF2B5EF4-FFF2-40B4-BE49-F238E27FC236}">
                <a16:creationId xmlns:a16="http://schemas.microsoft.com/office/drawing/2014/main" id="{141E1DB2-B123-CD0F-06D5-08816674D307}"/>
              </a:ext>
            </a:extLst>
          </p:cNvPr>
          <p:cNvSpPr>
            <a:spLocks noGrp="1"/>
          </p:cNvSpPr>
          <p:nvPr>
            <p:ph type="subTitle" idx="1"/>
          </p:nvPr>
        </p:nvSpPr>
        <p:spPr/>
        <p:txBody>
          <a:bodyPr/>
          <a:lstStyle/>
          <a:p>
            <a:endParaRPr lang="ru-RU"/>
          </a:p>
        </p:txBody>
      </p:sp>
      <p:sp>
        <p:nvSpPr>
          <p:cNvPr id="3" name="Текст 2">
            <a:extLst>
              <a:ext uri="{FF2B5EF4-FFF2-40B4-BE49-F238E27FC236}">
                <a16:creationId xmlns:a16="http://schemas.microsoft.com/office/drawing/2014/main" id="{8ACC4EED-E58D-3E6E-2233-939C1DA0A87C}"/>
              </a:ext>
            </a:extLst>
          </p:cNvPr>
          <p:cNvSpPr>
            <a:spLocks noGrp="1"/>
          </p:cNvSpPr>
          <p:nvPr>
            <p:ph type="body" sz="quarter" idx="21"/>
          </p:nvPr>
        </p:nvSpPr>
        <p:spPr/>
        <p:txBody>
          <a:bodyPr/>
          <a:lstStyle/>
          <a:p>
            <a:endParaRPr lang="ru-RU"/>
          </a:p>
        </p:txBody>
      </p:sp>
    </p:spTree>
    <p:extLst>
      <p:ext uri="{BB962C8B-B14F-4D97-AF65-F5344CB8AC3E}">
        <p14:creationId xmlns:p14="http://schemas.microsoft.com/office/powerpoint/2010/main" val="3633069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одзаголовок 1">
            <a:extLst>
              <a:ext uri="{FF2B5EF4-FFF2-40B4-BE49-F238E27FC236}">
                <a16:creationId xmlns:a16="http://schemas.microsoft.com/office/drawing/2014/main" id="{44DFE189-2B77-8AB8-D499-FBD74CC7CEAD}"/>
              </a:ext>
            </a:extLst>
          </p:cNvPr>
          <p:cNvSpPr>
            <a:spLocks noGrp="1"/>
          </p:cNvSpPr>
          <p:nvPr>
            <p:ph type="subTitle" idx="1"/>
          </p:nvPr>
        </p:nvSpPr>
        <p:spPr/>
        <p:txBody>
          <a:bodyPr/>
          <a:lstStyle/>
          <a:p>
            <a:endParaRPr lang="ru-RU" dirty="0"/>
          </a:p>
        </p:txBody>
      </p:sp>
      <p:sp>
        <p:nvSpPr>
          <p:cNvPr id="3" name="Текст 2">
            <a:extLst>
              <a:ext uri="{FF2B5EF4-FFF2-40B4-BE49-F238E27FC236}">
                <a16:creationId xmlns:a16="http://schemas.microsoft.com/office/drawing/2014/main" id="{ACFB7B63-BA3A-C659-8FE9-9B1BB4038FBB}"/>
              </a:ext>
            </a:extLst>
          </p:cNvPr>
          <p:cNvSpPr>
            <a:spLocks noGrp="1"/>
          </p:cNvSpPr>
          <p:nvPr>
            <p:ph type="body" sz="quarter" idx="21"/>
          </p:nvPr>
        </p:nvSpPr>
        <p:spPr/>
        <p:txBody>
          <a:bodyPr/>
          <a:lstStyle/>
          <a:p>
            <a:endParaRPr lang="ru-RU"/>
          </a:p>
        </p:txBody>
      </p:sp>
      <p:sp>
        <p:nvSpPr>
          <p:cNvPr id="4" name="Прямоугольник 3">
            <a:extLst>
              <a:ext uri="{FF2B5EF4-FFF2-40B4-BE49-F238E27FC236}">
                <a16:creationId xmlns:a16="http://schemas.microsoft.com/office/drawing/2014/main" id="{B215D630-FCE9-D02D-17A9-6EB77A93A90E}"/>
              </a:ext>
            </a:extLst>
          </p:cNvPr>
          <p:cNvSpPr/>
          <p:nvPr/>
        </p:nvSpPr>
        <p:spPr>
          <a:xfrm>
            <a:off x="11272603" y="0"/>
            <a:ext cx="794479" cy="854439"/>
          </a:xfrm>
          <a:prstGeom prst="rect">
            <a:avLst/>
          </a:prstGeom>
          <a:solidFill>
            <a:srgbClr val="1211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89223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p:nvPr/>
        </p:nvSpPr>
        <p:spPr>
          <a:xfrm>
            <a:off x="753036" y="2650309"/>
            <a:ext cx="3497342" cy="3331251"/>
          </a:xfrm>
          <a:prstGeom prst="roundRect">
            <a:avLst>
              <a:gd name="adj" fmla="val 9012"/>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38" name="Google Shape;138;p25"/>
          <p:cNvSpPr/>
          <p:nvPr/>
        </p:nvSpPr>
        <p:spPr>
          <a:xfrm>
            <a:off x="950218" y="3917546"/>
            <a:ext cx="3087166" cy="1810820"/>
          </a:xfrm>
          <a:prstGeom prst="roundRect">
            <a:avLst>
              <a:gd name="adj" fmla="val 9012"/>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39" name="Google Shape;139;p25"/>
          <p:cNvSpPr/>
          <p:nvPr/>
        </p:nvSpPr>
        <p:spPr>
          <a:xfrm>
            <a:off x="4316091" y="2632670"/>
            <a:ext cx="3497342" cy="3331251"/>
          </a:xfrm>
          <a:prstGeom prst="roundRect">
            <a:avLst>
              <a:gd name="adj" fmla="val 9012"/>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40" name="Google Shape;140;p25"/>
          <p:cNvSpPr/>
          <p:nvPr/>
        </p:nvSpPr>
        <p:spPr>
          <a:xfrm>
            <a:off x="7879146" y="2632669"/>
            <a:ext cx="3497342" cy="3331251"/>
          </a:xfrm>
          <a:prstGeom prst="roundRect">
            <a:avLst>
              <a:gd name="adj" fmla="val 9012"/>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41" name="Google Shape;141;p25"/>
          <p:cNvSpPr/>
          <p:nvPr/>
        </p:nvSpPr>
        <p:spPr>
          <a:xfrm>
            <a:off x="4521179" y="3917546"/>
            <a:ext cx="3087166" cy="1808480"/>
          </a:xfrm>
          <a:prstGeom prst="roundRect">
            <a:avLst>
              <a:gd name="adj" fmla="val 9012"/>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42" name="Google Shape;142;p25"/>
          <p:cNvSpPr/>
          <p:nvPr/>
        </p:nvSpPr>
        <p:spPr>
          <a:xfrm>
            <a:off x="8063364" y="3917546"/>
            <a:ext cx="3087166" cy="1808480"/>
          </a:xfrm>
          <a:prstGeom prst="roundRect">
            <a:avLst>
              <a:gd name="adj" fmla="val 9012"/>
            </a:avLst>
          </a:prstGeom>
          <a:solidFill>
            <a:schemeClr val="lt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u="none" strike="noStrike" kern="0" cap="none" spc="0" normalizeH="0" baseline="0" noProof="0" dirty="0">
              <a:ln>
                <a:noFill/>
              </a:ln>
              <a:solidFill>
                <a:srgbClr val="FFFFFF"/>
              </a:solidFill>
              <a:effectLst/>
              <a:uLnTx/>
              <a:uFillTx/>
              <a:latin typeface="Arial" panose="020B0604020202020204" pitchFamily="34" charset="0"/>
              <a:ea typeface="Calibri"/>
              <a:cs typeface="Arial" panose="020B0604020202020204" pitchFamily="34" charset="0"/>
              <a:sym typeface="Calibri"/>
            </a:endParaRPr>
          </a:p>
        </p:txBody>
      </p:sp>
      <p:sp>
        <p:nvSpPr>
          <p:cNvPr id="144" name="Google Shape;144;p25"/>
          <p:cNvSpPr txBox="1"/>
          <p:nvPr/>
        </p:nvSpPr>
        <p:spPr>
          <a:xfrm>
            <a:off x="973031" y="4661638"/>
            <a:ext cx="2762142" cy="60471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1200"/>
              <a:buFont typeface="Arial"/>
              <a:buNone/>
              <a:tabLst/>
              <a:defRPr/>
            </a:pPr>
            <a:r>
              <a:rPr kumimoji="0" lang="ru-RU" sz="1200" b="0" i="0" u="none" strike="noStrike" kern="0" cap="none" spc="0" normalizeH="0" baseline="0" noProof="0">
                <a:ln>
                  <a:noFill/>
                </a:ln>
                <a:solidFill>
                  <a:srgbClr val="000000"/>
                </a:solidFill>
                <a:effectLst/>
                <a:uLnTx/>
                <a:uFillTx/>
                <a:latin typeface="Arial"/>
                <a:ea typeface="Arial"/>
                <a:cs typeface="Arial"/>
                <a:sym typeface="Arial"/>
              </a:rPr>
              <a:t>Работа с талантливой молодежью от 1 курса вуза/ссуза до 3 лет после выпуска, чтобы у компании всегда был резерв</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145;p25"/>
          <p:cNvSpPr txBox="1"/>
          <p:nvPr/>
        </p:nvSpPr>
        <p:spPr>
          <a:xfrm>
            <a:off x="4510585" y="4661639"/>
            <a:ext cx="3087166" cy="424732"/>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1200"/>
              <a:buFont typeface="Arial"/>
              <a:buNone/>
              <a:tabLst/>
              <a:defRPr/>
            </a:pPr>
            <a:r>
              <a:rPr kumimoji="0" lang="ru-RU" sz="1200" b="0" i="0" u="none" strike="noStrike" kern="0" cap="none" spc="0" normalizeH="0" baseline="0" noProof="0" dirty="0">
                <a:ln>
                  <a:noFill/>
                </a:ln>
                <a:solidFill>
                  <a:srgbClr val="000000"/>
                </a:solidFill>
                <a:effectLst/>
                <a:uLnTx/>
                <a:uFillTx/>
                <a:latin typeface="Arial"/>
                <a:ea typeface="Arial"/>
                <a:cs typeface="Arial"/>
                <a:sym typeface="Arial"/>
              </a:rPr>
              <a:t>Выстраивание сильной корпоративной культуры на стыке эмпатии, данных и креатива, так как “культура ест стратегию на завтрак”</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46" name="Google Shape;146;p25"/>
          <p:cNvSpPr txBox="1"/>
          <p:nvPr/>
        </p:nvSpPr>
        <p:spPr>
          <a:xfrm>
            <a:off x="950217" y="2903465"/>
            <a:ext cx="2517811"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000" b="1" i="0" u="none" strike="noStrike" kern="0" cap="none" spc="0" normalizeH="0" baseline="0" noProof="0" dirty="0">
                <a:ln>
                  <a:noFill/>
                </a:ln>
                <a:solidFill>
                  <a:srgbClr val="000000"/>
                </a:solidFill>
                <a:effectLst/>
                <a:uLnTx/>
                <a:uFillTx/>
                <a:latin typeface="Arial Black"/>
                <a:ea typeface="Arial Black"/>
                <a:cs typeface="Arial Black"/>
                <a:sym typeface="Arial Black"/>
              </a:rPr>
              <a:t>GRADUATES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47" name="Google Shape;147;p25"/>
          <p:cNvSpPr txBox="1"/>
          <p:nvPr/>
        </p:nvSpPr>
        <p:spPr>
          <a:xfrm>
            <a:off x="4420483" y="2903465"/>
            <a:ext cx="3403227" cy="40011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000" b="1" i="0" u="none" strike="noStrike" kern="0" cap="none" spc="0" normalizeH="0" baseline="0" noProof="0">
                <a:ln>
                  <a:noFill/>
                </a:ln>
                <a:solidFill>
                  <a:srgbClr val="000000"/>
                </a:solidFill>
                <a:effectLst/>
                <a:uLnTx/>
                <a:uFillTx/>
                <a:latin typeface="Arial Black"/>
                <a:ea typeface="Arial Black"/>
                <a:cs typeface="Arial Black"/>
                <a:sym typeface="Arial Black"/>
              </a:rPr>
              <a:t>EMPLOYER BRANDING</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148;p25"/>
          <p:cNvSpPr txBox="1"/>
          <p:nvPr/>
        </p:nvSpPr>
        <p:spPr>
          <a:xfrm>
            <a:off x="7990020" y="2903465"/>
            <a:ext cx="3188655" cy="70784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rial Black"/>
                <a:ea typeface="Arial Black"/>
                <a:cs typeface="Arial Black"/>
                <a:sym typeface="Arial Black"/>
              </a:rPr>
              <a:t>LEARNING &amp; DEVELOPMENT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49" name="Google Shape;149;p25"/>
          <p:cNvPicPr preferRelativeResize="0"/>
          <p:nvPr/>
        </p:nvPicPr>
        <p:blipFill rotWithShape="1">
          <a:blip r:embed="rId3">
            <a:alphaModFix/>
          </a:blip>
          <a:srcRect/>
          <a:stretch/>
        </p:blipFill>
        <p:spPr>
          <a:xfrm>
            <a:off x="1013325" y="3618538"/>
            <a:ext cx="810447" cy="810447"/>
          </a:xfrm>
          <a:prstGeom prst="ellipse">
            <a:avLst/>
          </a:prstGeom>
          <a:noFill/>
          <a:ln>
            <a:noFill/>
          </a:ln>
        </p:spPr>
      </p:pic>
      <p:sp>
        <p:nvSpPr>
          <p:cNvPr id="150" name="Google Shape;150;p25"/>
          <p:cNvSpPr txBox="1"/>
          <p:nvPr/>
        </p:nvSpPr>
        <p:spPr>
          <a:xfrm>
            <a:off x="1788741" y="4034577"/>
            <a:ext cx="2233455" cy="41549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0" cap="none" spc="0" normalizeH="0" baseline="0" noProof="0">
                <a:ln>
                  <a:noFill/>
                </a:ln>
                <a:solidFill>
                  <a:srgbClr val="000000"/>
                </a:solidFill>
                <a:effectLst/>
                <a:uLnTx/>
                <a:uFillTx/>
                <a:latin typeface="Arial Black"/>
                <a:ea typeface="Arial Black"/>
                <a:cs typeface="Arial Black"/>
                <a:sym typeface="Arial Black"/>
              </a:rPr>
              <a:t>Антон Огрин, </a:t>
            </a:r>
            <a:endParaRPr kumimoji="0" sz="1100" b="1" i="0" u="none" strike="noStrike" kern="0" cap="none" spc="0" normalizeH="0" baseline="0" noProof="0">
              <a:ln>
                <a:noFill/>
              </a:ln>
              <a:solidFill>
                <a:srgbClr val="000000"/>
              </a:solidFill>
              <a:effectLst/>
              <a:uLnTx/>
              <a:uFillTx/>
              <a:latin typeface="Arial Black"/>
              <a:ea typeface="Arial Black"/>
              <a:cs typeface="Arial Black"/>
              <a:sym typeface="Arial Black"/>
            </a:endParaRPr>
          </a:p>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ru-RU" sz="1000" b="0" i="0" u="none" strike="noStrike" kern="0" cap="none" spc="0" normalizeH="0" baseline="0" noProof="0">
                <a:ln>
                  <a:noFill/>
                </a:ln>
                <a:solidFill>
                  <a:srgbClr val="000000"/>
                </a:solidFill>
                <a:effectLst/>
                <a:uLnTx/>
                <a:uFillTx/>
                <a:latin typeface="Arial"/>
                <a:ea typeface="Arial"/>
                <a:cs typeface="Arial"/>
                <a:sym typeface="Arial"/>
              </a:rPr>
              <a:t>Chief Graduate Recruitment Officer</a:t>
            </a:r>
            <a:endParaRPr kumimoji="0" sz="10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1" name="Google Shape;151;p25"/>
          <p:cNvSpPr txBox="1"/>
          <p:nvPr/>
        </p:nvSpPr>
        <p:spPr>
          <a:xfrm>
            <a:off x="5413248" y="4028375"/>
            <a:ext cx="2233455" cy="41549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0" cap="none" spc="0" normalizeH="0" baseline="0" noProof="0">
                <a:ln>
                  <a:noFill/>
                </a:ln>
                <a:solidFill>
                  <a:srgbClr val="000000"/>
                </a:solidFill>
                <a:effectLst/>
                <a:uLnTx/>
                <a:uFillTx/>
                <a:latin typeface="Arial Black"/>
                <a:ea typeface="Arial Black"/>
                <a:cs typeface="Arial Black"/>
                <a:sym typeface="Arial Black"/>
              </a:rPr>
              <a:t>Ульяна Лукьянова, </a:t>
            </a:r>
            <a:endParaRPr kumimoji="0" sz="1100" b="1" i="0" u="none" strike="noStrike" kern="0" cap="none" spc="0" normalizeH="0" baseline="0" noProof="0">
              <a:ln>
                <a:noFill/>
              </a:ln>
              <a:solidFill>
                <a:srgbClr val="000000"/>
              </a:solidFill>
              <a:effectLst/>
              <a:uLnTx/>
              <a:uFillTx/>
              <a:latin typeface="Arial Black"/>
              <a:ea typeface="Arial Black"/>
              <a:cs typeface="Arial Black"/>
              <a:sym typeface="Arial Black"/>
            </a:endParaRPr>
          </a:p>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ru-RU" sz="1000" b="0" i="0" u="none" strike="noStrike" kern="0" cap="none" spc="0" normalizeH="0" baseline="0" noProof="0">
                <a:ln>
                  <a:noFill/>
                </a:ln>
                <a:solidFill>
                  <a:srgbClr val="000000"/>
                </a:solidFill>
                <a:effectLst/>
                <a:uLnTx/>
                <a:uFillTx/>
                <a:latin typeface="Arial"/>
                <a:ea typeface="Arial"/>
                <a:cs typeface="Arial"/>
                <a:sym typeface="Arial"/>
              </a:rPr>
              <a:t>Head of Employer Branding</a:t>
            </a:r>
            <a:endParaRPr kumimoji="0" sz="10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2" name="Google Shape;152;p25"/>
          <p:cNvSpPr txBox="1"/>
          <p:nvPr/>
        </p:nvSpPr>
        <p:spPr>
          <a:xfrm>
            <a:off x="8094774" y="4627469"/>
            <a:ext cx="273127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Проводим соревнования, чтобы найти людей, кто приведет компанию к бессмертию</a:t>
            </a:r>
          </a:p>
        </p:txBody>
      </p:sp>
      <p:pic>
        <p:nvPicPr>
          <p:cNvPr id="153" name="Google Shape;153;p25"/>
          <p:cNvPicPr preferRelativeResize="0"/>
          <p:nvPr/>
        </p:nvPicPr>
        <p:blipFill rotWithShape="1">
          <a:blip r:embed="rId4">
            <a:alphaModFix/>
          </a:blip>
          <a:srcRect/>
          <a:stretch/>
        </p:blipFill>
        <p:spPr>
          <a:xfrm>
            <a:off x="8184580" y="3608792"/>
            <a:ext cx="810447" cy="810447"/>
          </a:xfrm>
          <a:prstGeom prst="ellipse">
            <a:avLst/>
          </a:prstGeom>
          <a:noFill/>
          <a:ln>
            <a:noFill/>
          </a:ln>
        </p:spPr>
      </p:pic>
      <p:sp>
        <p:nvSpPr>
          <p:cNvPr id="154" name="Google Shape;154;p25"/>
          <p:cNvSpPr txBox="1"/>
          <p:nvPr/>
        </p:nvSpPr>
        <p:spPr>
          <a:xfrm>
            <a:off x="8948485" y="4024831"/>
            <a:ext cx="2233455" cy="41549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0" cap="none" spc="0" normalizeH="0" baseline="0" noProof="0">
                <a:ln>
                  <a:noFill/>
                </a:ln>
                <a:solidFill>
                  <a:srgbClr val="000000"/>
                </a:solidFill>
                <a:effectLst/>
                <a:uLnTx/>
                <a:uFillTx/>
                <a:latin typeface="Arial Black"/>
                <a:ea typeface="Arial Black"/>
                <a:cs typeface="Arial Black"/>
                <a:sym typeface="Arial Black"/>
              </a:rPr>
              <a:t>Виолетта Маркарян, </a:t>
            </a:r>
            <a:endParaRPr kumimoji="0" sz="1100" b="1" i="0" u="none" strike="noStrike" kern="0" cap="none" spc="0" normalizeH="0" baseline="0" noProof="0">
              <a:ln>
                <a:noFill/>
              </a:ln>
              <a:solidFill>
                <a:srgbClr val="000000"/>
              </a:solidFill>
              <a:effectLst/>
              <a:uLnTx/>
              <a:uFillTx/>
              <a:latin typeface="Arial Black"/>
              <a:ea typeface="Arial Black"/>
              <a:cs typeface="Arial Black"/>
              <a:sym typeface="Arial Black"/>
            </a:endParaRPr>
          </a:p>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ru-RU" sz="1000" b="0" i="0" u="none" strike="noStrike" kern="0" cap="none" spc="0" normalizeH="0" baseline="0" noProof="0">
                <a:ln>
                  <a:noFill/>
                </a:ln>
                <a:solidFill>
                  <a:srgbClr val="000000"/>
                </a:solidFill>
                <a:effectLst/>
                <a:uLnTx/>
                <a:uFillTx/>
                <a:latin typeface="Arial"/>
                <a:ea typeface="Arial"/>
                <a:cs typeface="Arial"/>
                <a:sym typeface="Arial"/>
              </a:rPr>
              <a:t>Chief Challenges Officer</a:t>
            </a:r>
            <a:endParaRPr kumimoji="0" sz="10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55" name="Google Shape;155;p25"/>
          <p:cNvPicPr preferRelativeResize="0"/>
          <p:nvPr/>
        </p:nvPicPr>
        <p:blipFill rotWithShape="1">
          <a:blip r:embed="rId5">
            <a:alphaModFix/>
          </a:blip>
          <a:srcRect/>
          <a:stretch/>
        </p:blipFill>
        <p:spPr>
          <a:xfrm>
            <a:off x="4637832" y="3612336"/>
            <a:ext cx="828317" cy="828317"/>
          </a:xfrm>
          <a:prstGeom prst="ellipse">
            <a:avLst/>
          </a:prstGeom>
          <a:noFill/>
          <a:ln>
            <a:noFill/>
          </a:ln>
        </p:spPr>
      </p:pic>
      <p:sp>
        <p:nvSpPr>
          <p:cNvPr id="4" name="Google Shape;115;p24">
            <a:extLst>
              <a:ext uri="{FF2B5EF4-FFF2-40B4-BE49-F238E27FC236}">
                <a16:creationId xmlns:a16="http://schemas.microsoft.com/office/drawing/2014/main" id="{C8CB6CEA-9402-32F2-656D-1861B8A37FE6}"/>
              </a:ext>
            </a:extLst>
          </p:cNvPr>
          <p:cNvSpPr txBox="1">
            <a:spLocks/>
          </p:cNvSpPr>
          <p:nvPr/>
        </p:nvSpPr>
        <p:spPr>
          <a:xfrm>
            <a:off x="2692590" y="814341"/>
            <a:ext cx="7526100" cy="1266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4400"/>
              <a:buFont typeface="Arial Black"/>
              <a:buNone/>
              <a:defRPr sz="4400" b="1" i="0" u="none" strike="noStrike" cap="none">
                <a:solidFill>
                  <a:schemeClr val="lt1"/>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FFFFFF"/>
              </a:buClr>
              <a:buSzPts val="3600"/>
              <a:buFont typeface="Arial Black"/>
              <a:buNone/>
              <a:tabLst/>
              <a:defRPr/>
            </a:pPr>
            <a:r>
              <a:rPr kumimoji="0" lang="ru-RU" sz="3600" b="1" i="0" u="none" strike="noStrike" kern="0" cap="none" spc="0" normalizeH="0" baseline="0" noProof="0">
                <a:ln>
                  <a:noFill/>
                </a:ln>
                <a:solidFill>
                  <a:srgbClr val="FFFFFF"/>
                </a:solidFill>
                <a:effectLst/>
                <a:uLnTx/>
                <a:uFillTx/>
                <a:latin typeface="Arial Black"/>
                <a:cs typeface="Arial Black"/>
                <a:sym typeface="Arial Black"/>
              </a:rPr>
              <a:t>Мы делаем компании бессмертными и для этого у нас есть три инструмента</a:t>
            </a:r>
            <a:endParaRPr kumimoji="0" lang="ru-RU" sz="4400" b="1" i="0" u="none" strike="noStrike" kern="0" cap="none" spc="0" normalizeH="0" baseline="0" noProof="0">
              <a:ln>
                <a:noFill/>
              </a:ln>
              <a:solidFill>
                <a:srgbClr val="FFFFFF"/>
              </a:solidFill>
              <a:effectLst/>
              <a:uLnTx/>
              <a:uFillTx/>
              <a:latin typeface="Arial Black"/>
              <a:cs typeface="Arial Black"/>
              <a:sym typeface="Arial Black"/>
            </a:endParaRPr>
          </a:p>
        </p:txBody>
      </p:sp>
      <p:pic>
        <p:nvPicPr>
          <p:cNvPr id="5" name="Google Shape;131;p24">
            <a:extLst>
              <a:ext uri="{FF2B5EF4-FFF2-40B4-BE49-F238E27FC236}">
                <a16:creationId xmlns:a16="http://schemas.microsoft.com/office/drawing/2014/main" id="{82879945-297F-4662-09BA-D73D6E860AF2}"/>
              </a:ext>
            </a:extLst>
          </p:cNvPr>
          <p:cNvPicPr preferRelativeResize="0"/>
          <p:nvPr/>
        </p:nvPicPr>
        <p:blipFill rotWithShape="1">
          <a:blip r:embed="rId6">
            <a:alphaModFix/>
          </a:blip>
          <a:srcRect/>
          <a:stretch/>
        </p:blipFill>
        <p:spPr>
          <a:xfrm>
            <a:off x="1054800" y="773710"/>
            <a:ext cx="1277700" cy="1277700"/>
          </a:xfrm>
          <a:prstGeom prst="ellipse">
            <a:avLst/>
          </a:prstGeom>
          <a:noFill/>
          <a:ln>
            <a:noFill/>
          </a:ln>
        </p:spPr>
      </p:pic>
      <p:sp>
        <p:nvSpPr>
          <p:cNvPr id="6" name="Google Shape;132;p24">
            <a:extLst>
              <a:ext uri="{FF2B5EF4-FFF2-40B4-BE49-F238E27FC236}">
                <a16:creationId xmlns:a16="http://schemas.microsoft.com/office/drawing/2014/main" id="{48E7DC16-C37C-5FB3-490C-2AAB14C4D337}"/>
              </a:ext>
            </a:extLst>
          </p:cNvPr>
          <p:cNvSpPr txBox="1"/>
          <p:nvPr/>
        </p:nvSpPr>
        <p:spPr>
          <a:xfrm>
            <a:off x="970457" y="2055351"/>
            <a:ext cx="1446300" cy="41550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 typeface="Arial"/>
              <a:buNone/>
              <a:tabLst/>
              <a:defRPr/>
            </a:pPr>
            <a:r>
              <a:rPr kumimoji="0" lang="ru-RU" sz="1100" b="1" i="0" u="none" strike="noStrike" kern="0" cap="none" spc="0" normalizeH="0" baseline="0" noProof="0">
                <a:ln>
                  <a:noFill/>
                </a:ln>
                <a:solidFill>
                  <a:srgbClr val="FFFFFF"/>
                </a:solidFill>
                <a:effectLst/>
                <a:uLnTx/>
                <a:uFillTx/>
                <a:latin typeface="Arial Black"/>
                <a:ea typeface="Arial Black"/>
                <a:cs typeface="Arial Black"/>
                <a:sym typeface="Arial Black"/>
              </a:rPr>
              <a:t>Андрей Алясов, </a:t>
            </a:r>
            <a:endParaRPr kumimoji="0" sz="1100" b="1" i="0" u="none" strike="noStrike" kern="0" cap="none" spc="0" normalizeH="0" baseline="0" noProof="0">
              <a:ln>
                <a:noFill/>
              </a:ln>
              <a:solidFill>
                <a:srgbClr val="FFFFFF"/>
              </a:solidFill>
              <a:effectLst/>
              <a:uLnTx/>
              <a:uFillTx/>
              <a:latin typeface="Arial Black"/>
              <a:ea typeface="Arial Black"/>
              <a:cs typeface="Arial Black"/>
              <a:sym typeface="Arial Black"/>
            </a:endParaRPr>
          </a:p>
          <a:p>
            <a:pPr marL="0" marR="0" lvl="0" indent="0" algn="ctr" defTabSz="914400" rtl="0" eaLnBrk="1" fontAlgn="auto" latinLnBrk="0" hangingPunct="1">
              <a:lnSpc>
                <a:spcPct val="100000"/>
              </a:lnSpc>
              <a:spcBef>
                <a:spcPts val="0"/>
              </a:spcBef>
              <a:spcAft>
                <a:spcPts val="0"/>
              </a:spcAft>
              <a:buClr>
                <a:srgbClr val="FFFFFF"/>
              </a:buClr>
              <a:buSzPts val="1000"/>
              <a:buFont typeface="Arial"/>
              <a:buNone/>
              <a:tabLst/>
              <a:defRPr/>
            </a:pPr>
            <a:r>
              <a:rPr kumimoji="0" lang="ru-RU" sz="1000" b="0" i="0" u="none" strike="noStrike" kern="0" cap="none" spc="0" normalizeH="0" baseline="0" noProof="0">
                <a:ln>
                  <a:noFill/>
                </a:ln>
                <a:solidFill>
                  <a:srgbClr val="FFFFFF"/>
                </a:solidFill>
                <a:effectLst/>
                <a:uLnTx/>
                <a:uFillTx/>
                <a:latin typeface="Arial"/>
                <a:ea typeface="Arial"/>
                <a:cs typeface="Arial"/>
                <a:sym typeface="Arial"/>
              </a:rPr>
              <a:t>CEO &amp; Founder</a:t>
            </a:r>
            <a:endParaRPr kumimoji="0" sz="1000" b="0" i="0" u="none" strike="noStrike" kern="0" cap="none" spc="0" normalizeH="0" baseline="0" noProof="0">
              <a:ln>
                <a:noFill/>
              </a:ln>
              <a:solidFill>
                <a:srgbClr val="FFFFFF"/>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4F5313-9AAF-3076-A68B-294C0DB96983}"/>
              </a:ext>
            </a:extLst>
          </p:cNvPr>
          <p:cNvSpPr>
            <a:spLocks noGrp="1"/>
          </p:cNvSpPr>
          <p:nvPr>
            <p:ph type="title"/>
          </p:nvPr>
        </p:nvSpPr>
        <p:spPr>
          <a:xfrm>
            <a:off x="770226" y="2590224"/>
            <a:ext cx="9937502" cy="1677552"/>
          </a:xfrm>
        </p:spPr>
        <p:txBody>
          <a:bodyPr/>
          <a:lstStyle/>
          <a:p>
            <a:r>
              <a:rPr lang="ru-RU" dirty="0"/>
              <a:t>СЛАЙД </a:t>
            </a:r>
            <a:br>
              <a:rPr lang="ru-RU" dirty="0"/>
            </a:br>
            <a:r>
              <a:rPr lang="ru-RU" dirty="0"/>
              <a:t>РАЗДЕЛИТЕЛЬ</a:t>
            </a:r>
          </a:p>
        </p:txBody>
      </p:sp>
    </p:spTree>
    <p:extLst>
      <p:ext uri="{BB962C8B-B14F-4D97-AF65-F5344CB8AC3E}">
        <p14:creationId xmlns:p14="http://schemas.microsoft.com/office/powerpoint/2010/main" val="939529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6C2C370-E055-4F40-CE31-688E76B6DC36}"/>
              </a:ext>
            </a:extLst>
          </p:cNvPr>
          <p:cNvSpPr txBox="1"/>
          <p:nvPr/>
        </p:nvSpPr>
        <p:spPr>
          <a:xfrm>
            <a:off x="6618512" y="1383913"/>
            <a:ext cx="4659521" cy="1661993"/>
          </a:xfrm>
          <a:prstGeom prst="rect">
            <a:avLst/>
          </a:prstGeom>
          <a:noFill/>
        </p:spPr>
        <p:txBody>
          <a:bodyPr wrap="square" lIns="0" tIns="0" rIns="0" bIns="0" rtlCol="0" anchor="t">
            <a:spAutoFit/>
          </a:bodyPr>
          <a:lstStyle/>
          <a:p>
            <a:pPr>
              <a:lnSpc>
                <a:spcPct val="90000"/>
              </a:lnSpc>
              <a:spcBef>
                <a:spcPct val="0"/>
              </a:spcBef>
              <a:defRPr/>
            </a:pPr>
            <a:r>
              <a:rPr kumimoji="0" lang="ru-RU"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Ценностное предложение работодателя </a:t>
            </a:r>
            <a:r>
              <a:rPr kumimoji="0" lang="en-US"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(EVP) </a:t>
            </a:r>
            <a:r>
              <a:rPr kumimoji="0" lang="ru-RU"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это сумма того, что получает сотрудник в обмен на то, что от него требует компания. </a:t>
            </a:r>
            <a:endParaRPr kumimoji="0" lang="en-US"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endParaRPr>
          </a:p>
        </p:txBody>
      </p:sp>
      <p:sp>
        <p:nvSpPr>
          <p:cNvPr id="13" name="TextBox 12">
            <a:extLst>
              <a:ext uri="{FF2B5EF4-FFF2-40B4-BE49-F238E27FC236}">
                <a16:creationId xmlns:a16="http://schemas.microsoft.com/office/drawing/2014/main" id="{C1ACB3E1-E354-8F46-1BA9-EF53D9024188}"/>
              </a:ext>
            </a:extLst>
          </p:cNvPr>
          <p:cNvSpPr txBox="1"/>
          <p:nvPr/>
        </p:nvSpPr>
        <p:spPr>
          <a:xfrm>
            <a:off x="6618512" y="3272851"/>
            <a:ext cx="4386945" cy="2585323"/>
          </a:xfrm>
          <a:prstGeom prst="rect">
            <a:avLst/>
          </a:prstGeom>
          <a:noFill/>
        </p:spPr>
        <p:txBody>
          <a:bodyPr wrap="square" lIns="0" tIns="0" rIns="0" bIns="0" rtlCol="0" anchor="t">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a:lnSpc>
                <a:spcPct val="100000"/>
              </a:lnSpc>
            </a:pPr>
            <a:r>
              <a:rPr lang="ru-RU" sz="1400" noProof="0" dirty="0">
                <a:latin typeface="Arial" panose="020B0604020202020204" pitchFamily="34" charset="0"/>
                <a:cs typeface="Arial" panose="020B0604020202020204" pitchFamily="34" charset="0"/>
              </a:rPr>
              <a:t>Ваша компания может требовать от сотрудников высокое качество, вовлечение, переработки или реализацию сложных задач, чтобы достичь</a:t>
            </a:r>
            <a:r>
              <a:rPr lang="ru-RU" sz="1400" dirty="0">
                <a:latin typeface="Arial" panose="020B0604020202020204" pitchFamily="34" charset="0"/>
                <a:cs typeface="Arial" panose="020B0604020202020204" pitchFamily="34" charset="0"/>
              </a:rPr>
              <a:t> бизнес показатели. </a:t>
            </a:r>
          </a:p>
          <a:p>
            <a:pPr>
              <a:lnSpc>
                <a:spcPct val="100000"/>
              </a:lnSpc>
            </a:pPr>
            <a:endParaRPr lang="en-GB" sz="1400" noProof="0" dirty="0">
              <a:latin typeface="Arial" panose="020B0604020202020204" pitchFamily="34" charset="0"/>
              <a:cs typeface="Arial" panose="020B0604020202020204" pitchFamily="34" charset="0"/>
            </a:endParaRPr>
          </a:p>
          <a:p>
            <a:pPr>
              <a:lnSpc>
                <a:spcPct val="100000"/>
              </a:lnSpc>
            </a:pPr>
            <a:r>
              <a:rPr lang="ru-RU" sz="1400" noProof="0" dirty="0">
                <a:latin typeface="Arial" panose="020B0604020202020204" pitchFamily="34" charset="0"/>
                <a:cs typeface="Arial" panose="020B0604020202020204" pitchFamily="34" charset="0"/>
              </a:rPr>
              <a:t>Однако в то же время вам нужно мотивировать и поощрять людей за их достижения, чтобы они чувствовали, что работа действительно соответствует их ожиданиям и помогает закрывать свои личные и профессиональные потребности. Когда это работает в балансе, и организация, и сотрудник показывает супер-результат. </a:t>
            </a:r>
            <a:endParaRPr lang="en-US" sz="14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4A76922-CDE8-9D73-FC0B-6EA6B03B15D4}"/>
              </a:ext>
            </a:extLst>
          </p:cNvPr>
          <p:cNvSpPr txBox="1"/>
          <p:nvPr/>
        </p:nvSpPr>
        <p:spPr>
          <a:xfrm>
            <a:off x="1055481" y="1383913"/>
            <a:ext cx="4659520" cy="1661993"/>
          </a:xfrm>
          <a:prstGeom prst="rect">
            <a:avLst/>
          </a:prstGeom>
          <a:noFill/>
        </p:spPr>
        <p:txBody>
          <a:bodyPr wrap="square" lIns="0" tIns="0" rIns="0" bIns="0" rtlCol="0" anchor="t">
            <a:spAutoFit/>
          </a:bodyPr>
          <a:lstStyle/>
          <a:p>
            <a:pPr>
              <a:lnSpc>
                <a:spcPct val="90000"/>
              </a:lnSpc>
              <a:spcBef>
                <a:spcPct val="0"/>
              </a:spcBef>
              <a:defRPr/>
            </a:pPr>
            <a:r>
              <a:rPr kumimoji="0" lang="ru-RU"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Ценностное предложение работодателя </a:t>
            </a:r>
            <a:r>
              <a:rPr kumimoji="0" lang="en-US"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(EVP) </a:t>
            </a:r>
            <a:r>
              <a:rPr kumimoji="0" lang="ru-RU"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rPr>
              <a:t>это сумма того, что получает сотрудник в обмен на то, что от него требует компания. </a:t>
            </a:r>
            <a:endParaRPr kumimoji="0" lang="en-US" sz="2400" b="1" u="none" strike="noStrike" kern="1200" cap="none" spc="-135" normalizeH="0" baseline="0" noProof="0" dirty="0">
              <a:ln>
                <a:noFill/>
              </a:ln>
              <a:effectLst/>
              <a:uLnTx/>
              <a:uFillTx/>
              <a:latin typeface="Arial Black" panose="020B0604020202020204" pitchFamily="34" charset="0"/>
              <a:ea typeface="+mj-ea"/>
              <a:cs typeface="Arial Black" panose="020B0604020202020204" pitchFamily="34" charset="0"/>
            </a:endParaRPr>
          </a:p>
        </p:txBody>
      </p:sp>
      <p:sp>
        <p:nvSpPr>
          <p:cNvPr id="15" name="TextBox 14">
            <a:extLst>
              <a:ext uri="{FF2B5EF4-FFF2-40B4-BE49-F238E27FC236}">
                <a16:creationId xmlns:a16="http://schemas.microsoft.com/office/drawing/2014/main" id="{E75F874E-440C-1BAC-7626-C356849D766D}"/>
              </a:ext>
            </a:extLst>
          </p:cNvPr>
          <p:cNvSpPr txBox="1"/>
          <p:nvPr/>
        </p:nvSpPr>
        <p:spPr>
          <a:xfrm>
            <a:off x="1055481" y="3272851"/>
            <a:ext cx="4267633" cy="2585323"/>
          </a:xfrm>
          <a:prstGeom prst="rect">
            <a:avLst/>
          </a:prstGeom>
          <a:noFill/>
        </p:spPr>
        <p:txBody>
          <a:bodyPr wrap="square" lIns="0" tIns="0" rIns="0" bIns="0" rtlCol="0" anchor="t">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a:lnSpc>
                <a:spcPct val="100000"/>
              </a:lnSpc>
            </a:pPr>
            <a:r>
              <a:rPr lang="ru-RU" sz="1400" noProof="0" dirty="0">
                <a:latin typeface="Arial" panose="020B0604020202020204" pitchFamily="34" charset="0"/>
                <a:cs typeface="Arial" panose="020B0604020202020204" pitchFamily="34" charset="0"/>
              </a:rPr>
              <a:t>Ваша компания может требовать от сотрудников высокое качество, вовлечение, переработки или реализацию сложных задач, чтобы достичь</a:t>
            </a:r>
            <a:r>
              <a:rPr lang="ru-RU" sz="1400" dirty="0">
                <a:latin typeface="Arial" panose="020B0604020202020204" pitchFamily="34" charset="0"/>
                <a:cs typeface="Arial" panose="020B0604020202020204" pitchFamily="34" charset="0"/>
              </a:rPr>
              <a:t> бизнес показатели. </a:t>
            </a:r>
          </a:p>
          <a:p>
            <a:pPr>
              <a:lnSpc>
                <a:spcPct val="100000"/>
              </a:lnSpc>
            </a:pPr>
            <a:endParaRPr lang="en-GB" sz="1400" noProof="0" dirty="0">
              <a:latin typeface="Arial" panose="020B0604020202020204" pitchFamily="34" charset="0"/>
              <a:cs typeface="Arial" panose="020B0604020202020204" pitchFamily="34" charset="0"/>
            </a:endParaRPr>
          </a:p>
          <a:p>
            <a:pPr>
              <a:lnSpc>
                <a:spcPct val="100000"/>
              </a:lnSpc>
            </a:pPr>
            <a:r>
              <a:rPr lang="ru-RU" sz="1400" noProof="0" dirty="0">
                <a:latin typeface="Arial" panose="020B0604020202020204" pitchFamily="34" charset="0"/>
                <a:cs typeface="Arial" panose="020B0604020202020204" pitchFamily="34" charset="0"/>
              </a:rPr>
              <a:t>Однако в то же время вам нужно мотивировать и поощрять людей за их достижения, чтобы они чувствовали, что работа действительно соответствует их ожиданиям и помогает закрывать свои личные и профессиональные потребности. Когда это работает в балансе, и организация, и сотрудник показывает супер-результат. </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1224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347;p29">
            <a:extLst>
              <a:ext uri="{FF2B5EF4-FFF2-40B4-BE49-F238E27FC236}">
                <a16:creationId xmlns:a16="http://schemas.microsoft.com/office/drawing/2014/main" id="{BC54D0ED-3990-2DF1-36F3-7A13FCDABD25}"/>
              </a:ext>
            </a:extLst>
          </p:cNvPr>
          <p:cNvSpPr/>
          <p:nvPr/>
        </p:nvSpPr>
        <p:spPr>
          <a:xfrm rot="244080">
            <a:off x="3647070" y="6364802"/>
            <a:ext cx="2858431" cy="1839838"/>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14" name="Google Shape;361;p29">
            <a:extLst>
              <a:ext uri="{FF2B5EF4-FFF2-40B4-BE49-F238E27FC236}">
                <a16:creationId xmlns:a16="http://schemas.microsoft.com/office/drawing/2014/main" id="{99BFB5C1-A398-58FD-9833-D3DA06CD4D44}"/>
              </a:ext>
            </a:extLst>
          </p:cNvPr>
          <p:cNvSpPr/>
          <p:nvPr/>
        </p:nvSpPr>
        <p:spPr>
          <a:xfrm rot="-2193262">
            <a:off x="10696946" y="-942358"/>
            <a:ext cx="4080861" cy="2626659"/>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15" name="Google Shape;362;p29">
            <a:extLst>
              <a:ext uri="{FF2B5EF4-FFF2-40B4-BE49-F238E27FC236}">
                <a16:creationId xmlns:a16="http://schemas.microsoft.com/office/drawing/2014/main" id="{C5F23584-0DE6-B363-B84D-C2F82324A7BA}"/>
              </a:ext>
            </a:extLst>
          </p:cNvPr>
          <p:cNvSpPr/>
          <p:nvPr/>
        </p:nvSpPr>
        <p:spPr>
          <a:xfrm rot="244080">
            <a:off x="11506576" y="1646072"/>
            <a:ext cx="2858431" cy="1839838"/>
          </a:xfrm>
          <a:prstGeom prst="ellipse">
            <a:avLst/>
          </a:prstGeom>
          <a:noFill/>
          <a:ln w="9525" cap="flat" cmpd="sng">
            <a:solidFill>
              <a:srgbClr val="BD0C1E"/>
            </a:solidFill>
            <a:prstDash val="lgDash"/>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endParaRPr kumimoji="0" sz="1800" u="none" strike="noStrike" kern="0" cap="none" spc="0" normalizeH="0" baseline="0" noProof="0" dirty="0">
              <a:ln>
                <a:noFill/>
              </a:ln>
              <a:solidFill>
                <a:sysClr val="windowText" lastClr="000000"/>
              </a:solidFill>
              <a:effectLst/>
              <a:uLnTx/>
              <a:uFillTx/>
              <a:latin typeface="Arial" panose="020B0604020202020204" pitchFamily="34" charset="0"/>
            </a:endParaRPr>
          </a:p>
        </p:txBody>
      </p:sp>
      <p:sp>
        <p:nvSpPr>
          <p:cNvPr id="2" name="Заголовок 1">
            <a:extLst>
              <a:ext uri="{FF2B5EF4-FFF2-40B4-BE49-F238E27FC236}">
                <a16:creationId xmlns:a16="http://schemas.microsoft.com/office/drawing/2014/main" id="{CA881938-CF60-0B1B-EF4A-BF4123DE12F3}"/>
              </a:ext>
            </a:extLst>
          </p:cNvPr>
          <p:cNvSpPr>
            <a:spLocks noGrp="1"/>
          </p:cNvSpPr>
          <p:nvPr>
            <p:ph type="ctrTitle"/>
          </p:nvPr>
        </p:nvSpPr>
        <p:spPr>
          <a:xfrm>
            <a:off x="950217" y="768593"/>
            <a:ext cx="9954343" cy="1365993"/>
          </a:xfrm>
        </p:spPr>
        <p:txBody>
          <a:bodyPr>
            <a:normAutofit/>
          </a:bodyPr>
          <a:lstStyle/>
          <a:p>
            <a:r>
              <a:rPr lang="ru-RU" sz="3600" dirty="0"/>
              <a:t>Два блока</a:t>
            </a:r>
          </a:p>
        </p:txBody>
      </p:sp>
      <p:sp>
        <p:nvSpPr>
          <p:cNvPr id="16" name="Номер слайда 9">
            <a:extLst>
              <a:ext uri="{FF2B5EF4-FFF2-40B4-BE49-F238E27FC236}">
                <a16:creationId xmlns:a16="http://schemas.microsoft.com/office/drawing/2014/main" id="{EEAA9C71-EF30-BDE1-465C-4F4813EE60BB}"/>
              </a:ext>
            </a:extLst>
          </p:cNvPr>
          <p:cNvSpPr>
            <a:spLocks noGrp="1"/>
          </p:cNvSpPr>
          <p:nvPr>
            <p:ph type="sldNum" sz="quarter" idx="30"/>
          </p:nvPr>
        </p:nvSpPr>
        <p:spPr/>
        <p:txBody>
          <a:bodyPr/>
          <a:lstStyle>
            <a:lvl1pPr>
              <a:defRPr>
                <a:solidFill>
                  <a:schemeClr val="tx1"/>
                </a:solidFill>
              </a:defRPr>
            </a:lvl1pPr>
          </a:lstStyle>
          <a:p>
            <a:fld id="{0D85BAB0-D13B-874F-9DE7-A80C7C7F2597}" type="slidenum">
              <a:rPr lang="ru-RU" smtClean="0"/>
              <a:pPr/>
              <a:t>9</a:t>
            </a:fld>
            <a:endParaRPr lang="ru-RU" dirty="0"/>
          </a:p>
        </p:txBody>
      </p:sp>
      <p:sp>
        <p:nvSpPr>
          <p:cNvPr id="3" name="Скругленный прямоугольник 2">
            <a:extLst>
              <a:ext uri="{FF2B5EF4-FFF2-40B4-BE49-F238E27FC236}">
                <a16:creationId xmlns:a16="http://schemas.microsoft.com/office/drawing/2014/main" id="{9F6AC6C1-096C-BC9D-C663-4D500099F497}"/>
              </a:ext>
            </a:extLst>
          </p:cNvPr>
          <p:cNvSpPr/>
          <p:nvPr/>
        </p:nvSpPr>
        <p:spPr>
          <a:xfrm>
            <a:off x="945509" y="2144029"/>
            <a:ext cx="4808914" cy="4237721"/>
          </a:xfrm>
          <a:prstGeom prst="roundRect">
            <a:avLst>
              <a:gd name="adj" fmla="val 10662"/>
            </a:avLst>
          </a:prstGeom>
          <a:solidFill>
            <a:srgbClr val="FFFFFF"/>
          </a:solidFill>
          <a:ln w="3175"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Скругленный прямоугольник 3">
            <a:extLst>
              <a:ext uri="{FF2B5EF4-FFF2-40B4-BE49-F238E27FC236}">
                <a16:creationId xmlns:a16="http://schemas.microsoft.com/office/drawing/2014/main" id="{84F0C8A3-528B-F5D0-D475-F3AC49FF84B2}"/>
              </a:ext>
            </a:extLst>
          </p:cNvPr>
          <p:cNvSpPr/>
          <p:nvPr/>
        </p:nvSpPr>
        <p:spPr>
          <a:xfrm>
            <a:off x="5921862" y="2144029"/>
            <a:ext cx="4831482" cy="4237721"/>
          </a:xfrm>
          <a:prstGeom prst="roundRect">
            <a:avLst>
              <a:gd name="adj" fmla="val 11015"/>
            </a:avLst>
          </a:prstGeom>
          <a:solidFill>
            <a:srgbClr val="FFFFFF"/>
          </a:solidFill>
          <a:ln w="3175"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Текст 77">
            <a:extLst>
              <a:ext uri="{FF2B5EF4-FFF2-40B4-BE49-F238E27FC236}">
                <a16:creationId xmlns:a16="http://schemas.microsoft.com/office/drawing/2014/main" id="{C1DB7A43-C9BB-CA91-C5B8-AC9029728D31}"/>
              </a:ext>
            </a:extLst>
          </p:cNvPr>
          <p:cNvSpPr txBox="1">
            <a:spLocks/>
          </p:cNvSpPr>
          <p:nvPr/>
        </p:nvSpPr>
        <p:spPr>
          <a:xfrm>
            <a:off x="1212156" y="2751475"/>
            <a:ext cx="4151413" cy="88537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dirty="0"/>
              <a:t>Subtitle 1Subtitle 1</a:t>
            </a:r>
            <a:endParaRPr lang="ru-RU" dirty="0"/>
          </a:p>
          <a:p>
            <a:pPr>
              <a:lnSpc>
                <a:spcPct val="90000"/>
              </a:lnSpc>
              <a:defRPr/>
            </a:pPr>
            <a:r>
              <a:rPr lang="en-US" dirty="0"/>
              <a:t>Subtitle 1</a:t>
            </a:r>
            <a:endParaRPr lang="ru-RU" dirty="0"/>
          </a:p>
        </p:txBody>
      </p:sp>
      <p:sp>
        <p:nvSpPr>
          <p:cNvPr id="6" name="Текст 79">
            <a:extLst>
              <a:ext uri="{FF2B5EF4-FFF2-40B4-BE49-F238E27FC236}">
                <a16:creationId xmlns:a16="http://schemas.microsoft.com/office/drawing/2014/main" id="{B7C8729E-C621-5F53-38D3-8D39C37D35DC}"/>
              </a:ext>
            </a:extLst>
          </p:cNvPr>
          <p:cNvSpPr txBox="1">
            <a:spLocks/>
          </p:cNvSpPr>
          <p:nvPr/>
        </p:nvSpPr>
        <p:spPr>
          <a:xfrm>
            <a:off x="1212156" y="4106525"/>
            <a:ext cx="4151413" cy="1061829"/>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 </a:t>
            </a:r>
            <a:r>
              <a:rPr lang="en-US" dirty="0" err="1"/>
              <a:t>scelerisque</a:t>
            </a:r>
            <a:r>
              <a:rPr lang="en-US" dirty="0"/>
              <a:t> </a:t>
            </a:r>
            <a:r>
              <a:rPr lang="en-US" dirty="0" err="1"/>
              <a:t>lacus</a:t>
            </a:r>
            <a:r>
              <a:rPr lang="en-US" dirty="0"/>
              <a:t>, in </a:t>
            </a:r>
            <a:r>
              <a:rPr lang="en-US" dirty="0" err="1"/>
              <a:t>vulputate</a:t>
            </a:r>
            <a:r>
              <a:rPr lang="en-US" dirty="0"/>
              <a:t> </a:t>
            </a:r>
            <a:r>
              <a:rPr lang="en-US" dirty="0" err="1"/>
              <a:t>risus</a:t>
            </a:r>
            <a:r>
              <a:rPr lang="en-US" dirty="0"/>
              <a:t>. Cras </a:t>
            </a:r>
            <a:r>
              <a:rPr lang="en-US" dirty="0" err="1"/>
              <a:t>rhoncus</a:t>
            </a:r>
            <a:r>
              <a:rPr lang="en-US" dirty="0"/>
              <a:t> </a:t>
            </a:r>
            <a:r>
              <a:rPr lang="en-US" dirty="0" err="1"/>
              <a:t>posuere</a:t>
            </a:r>
            <a:r>
              <a:rPr lang="en-US" dirty="0"/>
              <a:t> ipsum vitae </a:t>
            </a:r>
            <a:r>
              <a:rPr lang="en-US" dirty="0" err="1"/>
              <a:t>interdum</a:t>
            </a:r>
            <a:r>
              <a:rPr lang="en-US" dirty="0"/>
              <a:t>. Aenean nisi </a:t>
            </a:r>
            <a:r>
              <a:rPr lang="en-US" dirty="0" err="1"/>
              <a:t>metus</a:t>
            </a:r>
            <a:r>
              <a:rPr lang="en-US" dirty="0"/>
              <a:t>, semper </a:t>
            </a:r>
            <a:r>
              <a:rPr lang="en-US" dirty="0" err="1"/>
              <a:t>eget</a:t>
            </a:r>
            <a:r>
              <a:rPr lang="en-US" dirty="0"/>
              <a:t> pharetra ac, convallis </a:t>
            </a:r>
            <a:r>
              <a:rPr lang="en-US" dirty="0" err="1"/>
              <a:t>nec</a:t>
            </a:r>
            <a:r>
              <a:rPr lang="en-US" dirty="0"/>
              <a:t> </a:t>
            </a:r>
            <a:r>
              <a:rPr lang="en-US" dirty="0" err="1"/>
              <a:t>massa</a:t>
            </a:r>
            <a:r>
              <a:rPr lang="en-US" dirty="0"/>
              <a:t>. </a:t>
            </a:r>
          </a:p>
        </p:txBody>
      </p:sp>
      <p:sp>
        <p:nvSpPr>
          <p:cNvPr id="11" name="Текст 77">
            <a:extLst>
              <a:ext uri="{FF2B5EF4-FFF2-40B4-BE49-F238E27FC236}">
                <a16:creationId xmlns:a16="http://schemas.microsoft.com/office/drawing/2014/main" id="{3ADD0F8C-1390-1F56-2BE1-5686DBFA5DA1}"/>
              </a:ext>
            </a:extLst>
          </p:cNvPr>
          <p:cNvSpPr txBox="1">
            <a:spLocks/>
          </p:cNvSpPr>
          <p:nvPr/>
        </p:nvSpPr>
        <p:spPr>
          <a:xfrm>
            <a:off x="6205312" y="2751475"/>
            <a:ext cx="4151413" cy="88537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a:t>Subtitle 1Subtitle 1</a:t>
            </a:r>
            <a:endParaRPr lang="ru-RU"/>
          </a:p>
          <a:p>
            <a:pPr>
              <a:lnSpc>
                <a:spcPct val="90000"/>
              </a:lnSpc>
              <a:defRPr/>
            </a:pPr>
            <a:r>
              <a:rPr lang="en-US"/>
              <a:t>Subtitle 1</a:t>
            </a:r>
            <a:endParaRPr lang="ru-RU" dirty="0"/>
          </a:p>
        </p:txBody>
      </p:sp>
      <p:sp>
        <p:nvSpPr>
          <p:cNvPr id="12" name="Текст 79">
            <a:extLst>
              <a:ext uri="{FF2B5EF4-FFF2-40B4-BE49-F238E27FC236}">
                <a16:creationId xmlns:a16="http://schemas.microsoft.com/office/drawing/2014/main" id="{F966D95A-1B93-385F-51DD-CF3EE7EAC1B5}"/>
              </a:ext>
            </a:extLst>
          </p:cNvPr>
          <p:cNvSpPr txBox="1">
            <a:spLocks/>
          </p:cNvSpPr>
          <p:nvPr/>
        </p:nvSpPr>
        <p:spPr>
          <a:xfrm>
            <a:off x="6205312" y="4106525"/>
            <a:ext cx="4151413" cy="1061829"/>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4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Curabitur sed scelerisque lacus, in vulputate risus. Cras rhoncus posuere ipsum vitae interdum. Aenean nisi metus, semper eget pharetra ac, convallis nec massa. </a:t>
            </a:r>
            <a:endParaRPr lang="en-US" dirty="0"/>
          </a:p>
        </p:txBody>
      </p:sp>
    </p:spTree>
    <p:extLst>
      <p:ext uri="{BB962C8B-B14F-4D97-AF65-F5344CB8AC3E}">
        <p14:creationId xmlns:p14="http://schemas.microsoft.com/office/powerpoint/2010/main" val="114453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BA2DA7B1-0901-D4F1-A9BF-F0D986AA67E9}"/>
              </a:ext>
            </a:extLst>
          </p:cNvPr>
          <p:cNvSpPr>
            <a:spLocks noGrp="1"/>
          </p:cNvSpPr>
          <p:nvPr>
            <p:ph type="body" sz="quarter" idx="17"/>
          </p:nvPr>
        </p:nvSpPr>
        <p:spPr>
          <a:xfrm>
            <a:off x="1648885" y="3286910"/>
            <a:ext cx="3523615" cy="584775"/>
          </a:xfrm>
        </p:spPr>
        <p:txBody>
          <a:bodyPr/>
          <a:lstStyle/>
          <a:p>
            <a:r>
              <a:rPr lang="ru-RU" sz="3200" dirty="0"/>
              <a:t>Заголовок</a:t>
            </a:r>
          </a:p>
        </p:txBody>
      </p:sp>
      <p:sp>
        <p:nvSpPr>
          <p:cNvPr id="3" name="Текст 2">
            <a:extLst>
              <a:ext uri="{FF2B5EF4-FFF2-40B4-BE49-F238E27FC236}">
                <a16:creationId xmlns:a16="http://schemas.microsoft.com/office/drawing/2014/main" id="{F2D8B8E3-DCF2-62ED-A520-1108C04FD23E}"/>
              </a:ext>
            </a:extLst>
          </p:cNvPr>
          <p:cNvSpPr>
            <a:spLocks noGrp="1"/>
          </p:cNvSpPr>
          <p:nvPr>
            <p:ph type="body" sz="quarter" idx="18"/>
          </p:nvPr>
        </p:nvSpPr>
        <p:spPr>
          <a:xfrm>
            <a:off x="1648885" y="4249707"/>
            <a:ext cx="3523615" cy="341632"/>
          </a:xfrm>
        </p:spPr>
        <p:txBody>
          <a:bodyPr/>
          <a:lstStyle/>
          <a:p>
            <a:r>
              <a:rPr lang="ru-RU" sz="1800" dirty="0"/>
              <a:t>Описание</a:t>
            </a:r>
          </a:p>
        </p:txBody>
      </p:sp>
      <p:sp>
        <p:nvSpPr>
          <p:cNvPr id="4" name="Текст 3">
            <a:extLst>
              <a:ext uri="{FF2B5EF4-FFF2-40B4-BE49-F238E27FC236}">
                <a16:creationId xmlns:a16="http://schemas.microsoft.com/office/drawing/2014/main" id="{063AE6A2-1DF7-1703-CEE8-AD5AB0CB7382}"/>
              </a:ext>
            </a:extLst>
          </p:cNvPr>
          <p:cNvSpPr>
            <a:spLocks noGrp="1"/>
          </p:cNvSpPr>
          <p:nvPr>
            <p:ph type="body" sz="quarter" idx="19"/>
          </p:nvPr>
        </p:nvSpPr>
        <p:spPr>
          <a:xfrm>
            <a:off x="6520634" y="3286910"/>
            <a:ext cx="3523615" cy="584775"/>
          </a:xfrm>
        </p:spPr>
        <p:txBody>
          <a:bodyPr/>
          <a:lstStyle/>
          <a:p>
            <a:r>
              <a:rPr lang="ru-RU" sz="3200" dirty="0"/>
              <a:t>Заголовок</a:t>
            </a:r>
          </a:p>
        </p:txBody>
      </p:sp>
      <p:sp>
        <p:nvSpPr>
          <p:cNvPr id="5" name="Текст 4">
            <a:extLst>
              <a:ext uri="{FF2B5EF4-FFF2-40B4-BE49-F238E27FC236}">
                <a16:creationId xmlns:a16="http://schemas.microsoft.com/office/drawing/2014/main" id="{DF098689-B5D3-96CD-1525-131A9E2405E3}"/>
              </a:ext>
            </a:extLst>
          </p:cNvPr>
          <p:cNvSpPr>
            <a:spLocks noGrp="1"/>
          </p:cNvSpPr>
          <p:nvPr>
            <p:ph type="body" sz="quarter" idx="20"/>
          </p:nvPr>
        </p:nvSpPr>
        <p:spPr>
          <a:xfrm>
            <a:off x="6520634" y="4249707"/>
            <a:ext cx="3523615" cy="341632"/>
          </a:xfrm>
        </p:spPr>
        <p:txBody>
          <a:bodyPr/>
          <a:lstStyle/>
          <a:p>
            <a:r>
              <a:rPr lang="ru-RU" sz="1800" dirty="0"/>
              <a:t>Описание</a:t>
            </a:r>
          </a:p>
        </p:txBody>
      </p:sp>
      <p:sp>
        <p:nvSpPr>
          <p:cNvPr id="6" name="Заголовок 5">
            <a:extLst>
              <a:ext uri="{FF2B5EF4-FFF2-40B4-BE49-F238E27FC236}">
                <a16:creationId xmlns:a16="http://schemas.microsoft.com/office/drawing/2014/main" id="{3E760B91-7D68-6853-DF10-A9AF888E3B39}"/>
              </a:ext>
            </a:extLst>
          </p:cNvPr>
          <p:cNvSpPr>
            <a:spLocks noGrp="1"/>
          </p:cNvSpPr>
          <p:nvPr>
            <p:ph type="ctrTitle"/>
          </p:nvPr>
        </p:nvSpPr>
        <p:spPr>
          <a:xfrm>
            <a:off x="950218" y="678584"/>
            <a:ext cx="11241782" cy="1365993"/>
          </a:xfrm>
        </p:spPr>
        <p:txBody>
          <a:bodyPr/>
          <a:lstStyle/>
          <a:p>
            <a:r>
              <a:rPr lang="ru-RU" dirty="0"/>
              <a:t>Два блока</a:t>
            </a:r>
          </a:p>
        </p:txBody>
      </p:sp>
      <p:sp>
        <p:nvSpPr>
          <p:cNvPr id="7" name="Номер слайда 9">
            <a:extLst>
              <a:ext uri="{FF2B5EF4-FFF2-40B4-BE49-F238E27FC236}">
                <a16:creationId xmlns:a16="http://schemas.microsoft.com/office/drawing/2014/main" id="{92D5734B-1719-4203-1D48-4E7D02B5C8E4}"/>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10</a:t>
            </a:fld>
            <a:endParaRPr lang="ru-RU" dirty="0"/>
          </a:p>
        </p:txBody>
      </p:sp>
    </p:spTree>
    <p:extLst>
      <p:ext uri="{BB962C8B-B14F-4D97-AF65-F5344CB8AC3E}">
        <p14:creationId xmlns:p14="http://schemas.microsoft.com/office/powerpoint/2010/main" val="250329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B4D71BFE-88B8-0CE3-D4F7-89134CC15C63}"/>
              </a:ext>
            </a:extLst>
          </p:cNvPr>
          <p:cNvSpPr>
            <a:spLocks noGrp="1"/>
          </p:cNvSpPr>
          <p:nvPr>
            <p:ph type="body" sz="quarter" idx="23"/>
          </p:nvPr>
        </p:nvSpPr>
        <p:spPr>
          <a:xfrm>
            <a:off x="1188558" y="2075349"/>
            <a:ext cx="4907442" cy="1200329"/>
          </a:xfrm>
        </p:spPr>
        <p:txBody>
          <a:bodyPr/>
          <a:lstStyle/>
          <a:p>
            <a:pPr algn="l"/>
            <a:r>
              <a:rPr lang="en-US" sz="3600" dirty="0"/>
              <a:t>CHANGELLENGE </a:t>
            </a:r>
            <a:r>
              <a:rPr lang="ru-RU" sz="3600" dirty="0"/>
              <a:t>СУПЕР</a:t>
            </a:r>
          </a:p>
        </p:txBody>
      </p:sp>
      <p:sp>
        <p:nvSpPr>
          <p:cNvPr id="3" name="Текст 2">
            <a:extLst>
              <a:ext uri="{FF2B5EF4-FFF2-40B4-BE49-F238E27FC236}">
                <a16:creationId xmlns:a16="http://schemas.microsoft.com/office/drawing/2014/main" id="{8F755D68-E692-6FA2-5061-731A5C4182F8}"/>
              </a:ext>
            </a:extLst>
          </p:cNvPr>
          <p:cNvSpPr>
            <a:spLocks noGrp="1"/>
          </p:cNvSpPr>
          <p:nvPr>
            <p:ph type="body" sz="quarter" idx="24"/>
          </p:nvPr>
        </p:nvSpPr>
        <p:spPr>
          <a:xfrm>
            <a:off x="1188559" y="3443226"/>
            <a:ext cx="3634493" cy="313932"/>
          </a:xfrm>
        </p:spPr>
        <p:txBody>
          <a:bodyPr/>
          <a:lstStyle/>
          <a:p>
            <a:r>
              <a:rPr lang="ru-RU" sz="1600" dirty="0"/>
              <a:t>И вот почему </a:t>
            </a:r>
          </a:p>
        </p:txBody>
      </p:sp>
      <p:sp>
        <p:nvSpPr>
          <p:cNvPr id="4" name="Текст 3">
            <a:extLst>
              <a:ext uri="{FF2B5EF4-FFF2-40B4-BE49-F238E27FC236}">
                <a16:creationId xmlns:a16="http://schemas.microsoft.com/office/drawing/2014/main" id="{D2855A17-B5BE-B5F8-955A-3B1786A76052}"/>
              </a:ext>
            </a:extLst>
          </p:cNvPr>
          <p:cNvSpPr>
            <a:spLocks noGrp="1"/>
          </p:cNvSpPr>
          <p:nvPr>
            <p:ph type="body" sz="quarter" idx="25"/>
          </p:nvPr>
        </p:nvSpPr>
        <p:spPr>
          <a:xfrm>
            <a:off x="1188559" y="1566171"/>
            <a:ext cx="3634493" cy="286232"/>
          </a:xfrm>
        </p:spPr>
        <p:txBody>
          <a:bodyPr/>
          <a:lstStyle/>
          <a:p>
            <a:r>
              <a:rPr lang="ru-RU" dirty="0"/>
              <a:t>В ЧЕМ МЫ КРУТЫ</a:t>
            </a:r>
          </a:p>
        </p:txBody>
      </p:sp>
      <p:sp>
        <p:nvSpPr>
          <p:cNvPr id="14" name="Номер слайда 9">
            <a:extLst>
              <a:ext uri="{FF2B5EF4-FFF2-40B4-BE49-F238E27FC236}">
                <a16:creationId xmlns:a16="http://schemas.microsoft.com/office/drawing/2014/main" id="{0447EFE5-941A-D281-E652-7DC02025DB8F}"/>
              </a:ext>
            </a:extLst>
          </p:cNvPr>
          <p:cNvSpPr>
            <a:spLocks noGrp="1"/>
          </p:cNvSpPr>
          <p:nvPr>
            <p:ph type="sldNum" sz="quarter" idx="30"/>
          </p:nvPr>
        </p:nvSpPr>
        <p:spPr/>
        <p:txBody>
          <a:bodyPr/>
          <a:lstStyle>
            <a:lvl1pPr>
              <a:defRPr>
                <a:solidFill>
                  <a:schemeClr val="tx1"/>
                </a:solidFill>
              </a:defRPr>
            </a:lvl1pPr>
          </a:lstStyle>
          <a:p>
            <a:fld id="{0D85BAB0-D13B-874F-9DE7-A80C7C7F2597}" type="slidenum">
              <a:rPr lang="ru-RU" smtClean="0">
                <a:solidFill>
                  <a:schemeClr val="bg1"/>
                </a:solidFill>
              </a:rPr>
              <a:pPr/>
              <a:t>11</a:t>
            </a:fld>
            <a:endParaRPr lang="ru-RU" dirty="0">
              <a:solidFill>
                <a:schemeClr val="bg1"/>
              </a:solidFill>
            </a:endParaRPr>
          </a:p>
        </p:txBody>
      </p:sp>
      <p:sp>
        <p:nvSpPr>
          <p:cNvPr id="5" name="TextBox 4">
            <a:extLst>
              <a:ext uri="{FF2B5EF4-FFF2-40B4-BE49-F238E27FC236}">
                <a16:creationId xmlns:a16="http://schemas.microsoft.com/office/drawing/2014/main" id="{CE6063C5-327E-D633-96C8-8284AE9CDA8B}"/>
              </a:ext>
            </a:extLst>
          </p:cNvPr>
          <p:cNvSpPr txBox="1"/>
          <p:nvPr/>
        </p:nvSpPr>
        <p:spPr>
          <a:xfrm>
            <a:off x="8216029" y="900608"/>
            <a:ext cx="2160000" cy="307777"/>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rPr>
              <a:t>Education</a:t>
            </a:r>
            <a:endParaRPr kumimoji="0" lang="fr-FR"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endParaRPr>
          </a:p>
        </p:txBody>
      </p:sp>
      <p:sp>
        <p:nvSpPr>
          <p:cNvPr id="6" name="TextBox 5">
            <a:extLst>
              <a:ext uri="{FF2B5EF4-FFF2-40B4-BE49-F238E27FC236}">
                <a16:creationId xmlns:a16="http://schemas.microsoft.com/office/drawing/2014/main" id="{2429F488-30AE-7FC8-818E-6C1D4D47A6D0}"/>
              </a:ext>
            </a:extLst>
          </p:cNvPr>
          <p:cNvSpPr txBox="1"/>
          <p:nvPr/>
        </p:nvSpPr>
        <p:spPr>
          <a:xfrm>
            <a:off x="8213499" y="1335075"/>
            <a:ext cx="2635476" cy="519566"/>
          </a:xfrm>
          <a:prstGeom prst="rect">
            <a:avLst/>
          </a:prstGeom>
          <a:noFill/>
        </p:spPr>
        <p:txBody>
          <a:bodyPr wrap="square" lIns="0" tIns="0" rIns="0" bIns="0" rtlCol="0" anchor="t">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lvl="0">
              <a:lnSpc>
                <a:spcPct val="150000"/>
              </a:lnSpc>
              <a:defRPr/>
            </a:pPr>
            <a:r>
              <a:rPr lang="en-US" dirty="0">
                <a:solidFill>
                  <a:prstClr val="white"/>
                </a:solidFill>
                <a:latin typeface="Arial" panose="020B0604020202020204" pitchFamily="34" charset="0"/>
                <a:cs typeface="Arial" panose="020B0604020202020204" pitchFamily="34" charset="0"/>
              </a:rPr>
              <a:t>Efficiently unleash cross-media information without cross-media value. </a:t>
            </a:r>
          </a:p>
        </p:txBody>
      </p:sp>
      <p:sp>
        <p:nvSpPr>
          <p:cNvPr id="7" name="TextBox 6">
            <a:extLst>
              <a:ext uri="{FF2B5EF4-FFF2-40B4-BE49-F238E27FC236}">
                <a16:creationId xmlns:a16="http://schemas.microsoft.com/office/drawing/2014/main" id="{444E8905-EDA6-FBC7-21C9-BCF64D19064E}"/>
              </a:ext>
            </a:extLst>
          </p:cNvPr>
          <p:cNvSpPr txBox="1"/>
          <p:nvPr/>
        </p:nvSpPr>
        <p:spPr>
          <a:xfrm>
            <a:off x="8216029" y="2503652"/>
            <a:ext cx="2160000" cy="307777"/>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rPr>
              <a:t>Progress</a:t>
            </a:r>
            <a:endParaRPr kumimoji="0" lang="fr-FR"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9B8C6A59-C6A9-D744-28EF-AC1A793D6567}"/>
              </a:ext>
            </a:extLst>
          </p:cNvPr>
          <p:cNvSpPr txBox="1"/>
          <p:nvPr/>
        </p:nvSpPr>
        <p:spPr>
          <a:xfrm>
            <a:off x="8213499" y="2930317"/>
            <a:ext cx="2635476" cy="796565"/>
          </a:xfrm>
          <a:prstGeom prst="rect">
            <a:avLst/>
          </a:prstGeom>
          <a:noFill/>
        </p:spPr>
        <p:txBody>
          <a:bodyPr wrap="square" lIns="0" tIns="0" rIns="0" bIns="0" rtlCol="0" anchor="t">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lvl="0">
              <a:lnSpc>
                <a:spcPct val="150000"/>
              </a:lnSpc>
              <a:defRPr/>
            </a:pPr>
            <a:r>
              <a:rPr lang="en-US" dirty="0">
                <a:solidFill>
                  <a:prstClr val="white"/>
                </a:solidFill>
                <a:latin typeface="Arial" panose="020B0604020202020204" pitchFamily="34" charset="0"/>
                <a:cs typeface="Arial" panose="020B0604020202020204" pitchFamily="34" charset="0"/>
              </a:rPr>
              <a:t>Objectively innovate empowered manufactured products whereas parallel platforms.</a:t>
            </a:r>
          </a:p>
        </p:txBody>
      </p:sp>
      <p:sp>
        <p:nvSpPr>
          <p:cNvPr id="9" name="TextBox 8">
            <a:extLst>
              <a:ext uri="{FF2B5EF4-FFF2-40B4-BE49-F238E27FC236}">
                <a16:creationId xmlns:a16="http://schemas.microsoft.com/office/drawing/2014/main" id="{D4DBB5B6-C82F-2236-EAF5-233623CA8EDA}"/>
              </a:ext>
            </a:extLst>
          </p:cNvPr>
          <p:cNvSpPr txBox="1"/>
          <p:nvPr/>
        </p:nvSpPr>
        <p:spPr>
          <a:xfrm>
            <a:off x="8216029" y="4383695"/>
            <a:ext cx="2160000" cy="307777"/>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rPr>
              <a:t>Productivity</a:t>
            </a:r>
            <a:endParaRPr kumimoji="0" lang="fr-FR" sz="2000" b="1" u="none" strike="noStrike" kern="1200" cap="none" spc="0" normalizeH="0" baseline="0" noProof="0" dirty="0">
              <a:ln>
                <a:noFill/>
              </a:ln>
              <a:solidFill>
                <a:prstClr val="white"/>
              </a:solidFill>
              <a:effectLst/>
              <a:uLnTx/>
              <a:uFillTx/>
              <a:latin typeface="Arial Black" panose="020B0604020202020204" pitchFamily="34" charset="0"/>
              <a:cs typeface="Arial Black" panose="020B0604020202020204" pitchFamily="34" charset="0"/>
            </a:endParaRPr>
          </a:p>
        </p:txBody>
      </p:sp>
      <p:sp>
        <p:nvSpPr>
          <p:cNvPr id="10" name="TextBox 9">
            <a:extLst>
              <a:ext uri="{FF2B5EF4-FFF2-40B4-BE49-F238E27FC236}">
                <a16:creationId xmlns:a16="http://schemas.microsoft.com/office/drawing/2014/main" id="{AF9E7645-B50E-A6E1-4713-52A5248FD7EC}"/>
              </a:ext>
            </a:extLst>
          </p:cNvPr>
          <p:cNvSpPr txBox="1"/>
          <p:nvPr/>
        </p:nvSpPr>
        <p:spPr>
          <a:xfrm>
            <a:off x="8213498" y="4776205"/>
            <a:ext cx="2835501" cy="796565"/>
          </a:xfrm>
          <a:prstGeom prst="rect">
            <a:avLst/>
          </a:prstGeom>
          <a:noFill/>
        </p:spPr>
        <p:txBody>
          <a:bodyPr wrap="square" lIns="0" tIns="0" rIns="0" bIns="0" rtlCol="0" anchor="t">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lvl="0">
              <a:lnSpc>
                <a:spcPct val="150000"/>
              </a:lnSpc>
              <a:defRPr/>
            </a:pPr>
            <a:r>
              <a:rPr lang="en-US" dirty="0">
                <a:solidFill>
                  <a:prstClr val="white"/>
                </a:solidFill>
                <a:latin typeface="Arial" panose="020B0604020202020204" pitchFamily="34" charset="0"/>
                <a:cs typeface="Arial" panose="020B0604020202020204" pitchFamily="34" charset="0"/>
              </a:rPr>
              <a:t>Proactively envisioned multimedia based expertise and cross-media growth strategies. </a:t>
            </a:r>
          </a:p>
        </p:txBody>
      </p:sp>
      <p:pic>
        <p:nvPicPr>
          <p:cNvPr id="11" name="Graphic 15">
            <a:extLst>
              <a:ext uri="{FF2B5EF4-FFF2-40B4-BE49-F238E27FC236}">
                <a16:creationId xmlns:a16="http://schemas.microsoft.com/office/drawing/2014/main" id="{4F454701-9A66-943C-1170-81E0233D68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8949" y="940050"/>
            <a:ext cx="300458" cy="300458"/>
          </a:xfrm>
          <a:prstGeom prst="rect">
            <a:avLst/>
          </a:prstGeom>
        </p:spPr>
      </p:pic>
      <p:pic>
        <p:nvPicPr>
          <p:cNvPr id="12" name="Graphic 16">
            <a:extLst>
              <a:ext uri="{FF2B5EF4-FFF2-40B4-BE49-F238E27FC236}">
                <a16:creationId xmlns:a16="http://schemas.microsoft.com/office/drawing/2014/main" id="{93A69300-54E2-6842-B120-96A9775C44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8949" y="2569837"/>
            <a:ext cx="300458" cy="300458"/>
          </a:xfrm>
          <a:prstGeom prst="rect">
            <a:avLst/>
          </a:prstGeom>
        </p:spPr>
      </p:pic>
      <p:pic>
        <p:nvPicPr>
          <p:cNvPr id="13" name="Graphic 18">
            <a:extLst>
              <a:ext uri="{FF2B5EF4-FFF2-40B4-BE49-F238E27FC236}">
                <a16:creationId xmlns:a16="http://schemas.microsoft.com/office/drawing/2014/main" id="{7A91141E-1D84-5B9D-0F08-DEFBE701F0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8949" y="4449880"/>
            <a:ext cx="300458" cy="300458"/>
          </a:xfrm>
          <a:prstGeom prst="rect">
            <a:avLst/>
          </a:prstGeom>
        </p:spPr>
      </p:pic>
    </p:spTree>
    <p:extLst>
      <p:ext uri="{BB962C8B-B14F-4D97-AF65-F5344CB8AC3E}">
        <p14:creationId xmlns:p14="http://schemas.microsoft.com/office/powerpoint/2010/main" val="60565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B877E43F-972D-61C3-BE3A-33C47756862C}"/>
              </a:ext>
            </a:extLst>
          </p:cNvPr>
          <p:cNvSpPr>
            <a:spLocks noGrp="1"/>
          </p:cNvSpPr>
          <p:nvPr>
            <p:ph type="body" sz="quarter" idx="17"/>
          </p:nvPr>
        </p:nvSpPr>
        <p:spPr>
          <a:xfrm>
            <a:off x="884611" y="2964691"/>
            <a:ext cx="2681654" cy="584775"/>
          </a:xfrm>
        </p:spPr>
        <p:txBody>
          <a:bodyPr/>
          <a:lstStyle/>
          <a:p>
            <a:r>
              <a:rPr lang="ru-RU" sz="3200" dirty="0"/>
              <a:t>Заголовок</a:t>
            </a:r>
          </a:p>
        </p:txBody>
      </p:sp>
      <p:sp>
        <p:nvSpPr>
          <p:cNvPr id="3" name="Текст 2">
            <a:extLst>
              <a:ext uri="{FF2B5EF4-FFF2-40B4-BE49-F238E27FC236}">
                <a16:creationId xmlns:a16="http://schemas.microsoft.com/office/drawing/2014/main" id="{F50FFB3E-4DF2-8236-D7F5-DDAD61496C86}"/>
              </a:ext>
            </a:extLst>
          </p:cNvPr>
          <p:cNvSpPr>
            <a:spLocks noGrp="1"/>
          </p:cNvSpPr>
          <p:nvPr>
            <p:ph type="body" sz="quarter" idx="18"/>
          </p:nvPr>
        </p:nvSpPr>
        <p:spPr>
          <a:xfrm>
            <a:off x="884611" y="3894865"/>
            <a:ext cx="2681654" cy="341632"/>
          </a:xfrm>
        </p:spPr>
        <p:txBody>
          <a:bodyPr/>
          <a:lstStyle/>
          <a:p>
            <a:r>
              <a:rPr lang="ru-RU" sz="1800" dirty="0"/>
              <a:t>Описание</a:t>
            </a:r>
          </a:p>
        </p:txBody>
      </p:sp>
      <p:sp>
        <p:nvSpPr>
          <p:cNvPr id="4" name="Текст 3">
            <a:extLst>
              <a:ext uri="{FF2B5EF4-FFF2-40B4-BE49-F238E27FC236}">
                <a16:creationId xmlns:a16="http://schemas.microsoft.com/office/drawing/2014/main" id="{1F350E15-6F93-92FF-2C28-702E1A67A2E3}"/>
              </a:ext>
            </a:extLst>
          </p:cNvPr>
          <p:cNvSpPr>
            <a:spLocks noGrp="1"/>
          </p:cNvSpPr>
          <p:nvPr>
            <p:ph type="body" sz="quarter" idx="19"/>
          </p:nvPr>
        </p:nvSpPr>
        <p:spPr>
          <a:xfrm>
            <a:off x="4226388" y="2964691"/>
            <a:ext cx="2681654" cy="584775"/>
          </a:xfrm>
        </p:spPr>
        <p:txBody>
          <a:bodyPr/>
          <a:lstStyle/>
          <a:p>
            <a:r>
              <a:rPr lang="ru-RU" sz="3200" dirty="0"/>
              <a:t>Заголовок</a:t>
            </a:r>
          </a:p>
        </p:txBody>
      </p:sp>
      <p:sp>
        <p:nvSpPr>
          <p:cNvPr id="5" name="Текст 4">
            <a:extLst>
              <a:ext uri="{FF2B5EF4-FFF2-40B4-BE49-F238E27FC236}">
                <a16:creationId xmlns:a16="http://schemas.microsoft.com/office/drawing/2014/main" id="{5C48D99D-25D2-F142-A3A1-CA94BF1AA486}"/>
              </a:ext>
            </a:extLst>
          </p:cNvPr>
          <p:cNvSpPr>
            <a:spLocks noGrp="1"/>
          </p:cNvSpPr>
          <p:nvPr>
            <p:ph type="body" sz="quarter" idx="20"/>
          </p:nvPr>
        </p:nvSpPr>
        <p:spPr>
          <a:xfrm>
            <a:off x="4226388" y="3894865"/>
            <a:ext cx="2681654" cy="341632"/>
          </a:xfrm>
        </p:spPr>
        <p:txBody>
          <a:bodyPr/>
          <a:lstStyle/>
          <a:p>
            <a:r>
              <a:rPr lang="ru-RU" sz="1800" dirty="0"/>
              <a:t>Описание</a:t>
            </a:r>
          </a:p>
        </p:txBody>
      </p:sp>
      <p:sp>
        <p:nvSpPr>
          <p:cNvPr id="6" name="Текст 5">
            <a:extLst>
              <a:ext uri="{FF2B5EF4-FFF2-40B4-BE49-F238E27FC236}">
                <a16:creationId xmlns:a16="http://schemas.microsoft.com/office/drawing/2014/main" id="{4732640E-D775-DC7A-2E5B-3EB54FF8CBAA}"/>
              </a:ext>
            </a:extLst>
          </p:cNvPr>
          <p:cNvSpPr>
            <a:spLocks noGrp="1"/>
          </p:cNvSpPr>
          <p:nvPr>
            <p:ph type="body" sz="quarter" idx="21"/>
          </p:nvPr>
        </p:nvSpPr>
        <p:spPr>
          <a:xfrm>
            <a:off x="7744987" y="2964691"/>
            <a:ext cx="2681654" cy="584775"/>
          </a:xfrm>
        </p:spPr>
        <p:txBody>
          <a:bodyPr/>
          <a:lstStyle/>
          <a:p>
            <a:r>
              <a:rPr lang="ru-RU" sz="3200" dirty="0"/>
              <a:t>Заголовок</a:t>
            </a:r>
          </a:p>
        </p:txBody>
      </p:sp>
      <p:sp>
        <p:nvSpPr>
          <p:cNvPr id="7" name="Текст 6">
            <a:extLst>
              <a:ext uri="{FF2B5EF4-FFF2-40B4-BE49-F238E27FC236}">
                <a16:creationId xmlns:a16="http://schemas.microsoft.com/office/drawing/2014/main" id="{330098FD-887B-8123-6DE6-86BD238ECE93}"/>
              </a:ext>
            </a:extLst>
          </p:cNvPr>
          <p:cNvSpPr>
            <a:spLocks noGrp="1"/>
          </p:cNvSpPr>
          <p:nvPr>
            <p:ph type="body" sz="quarter" idx="22"/>
          </p:nvPr>
        </p:nvSpPr>
        <p:spPr>
          <a:xfrm>
            <a:off x="7744987" y="3894865"/>
            <a:ext cx="2681654" cy="341632"/>
          </a:xfrm>
        </p:spPr>
        <p:txBody>
          <a:bodyPr/>
          <a:lstStyle/>
          <a:p>
            <a:r>
              <a:rPr lang="ru-RU" sz="1800" dirty="0"/>
              <a:t>Описание</a:t>
            </a:r>
          </a:p>
        </p:txBody>
      </p:sp>
      <p:sp>
        <p:nvSpPr>
          <p:cNvPr id="8" name="Заголовок 7">
            <a:extLst>
              <a:ext uri="{FF2B5EF4-FFF2-40B4-BE49-F238E27FC236}">
                <a16:creationId xmlns:a16="http://schemas.microsoft.com/office/drawing/2014/main" id="{586DFC69-1A7E-2DF4-9BF1-A7982CD9BD21}"/>
              </a:ext>
            </a:extLst>
          </p:cNvPr>
          <p:cNvSpPr>
            <a:spLocks noGrp="1"/>
          </p:cNvSpPr>
          <p:nvPr>
            <p:ph type="ctrTitle"/>
          </p:nvPr>
        </p:nvSpPr>
        <p:spPr/>
        <p:txBody>
          <a:bodyPr/>
          <a:lstStyle/>
          <a:p>
            <a:r>
              <a:rPr lang="ru-RU" dirty="0"/>
              <a:t>Три блока</a:t>
            </a:r>
          </a:p>
        </p:txBody>
      </p:sp>
      <p:sp>
        <p:nvSpPr>
          <p:cNvPr id="9" name="Номер слайда 9">
            <a:extLst>
              <a:ext uri="{FF2B5EF4-FFF2-40B4-BE49-F238E27FC236}">
                <a16:creationId xmlns:a16="http://schemas.microsoft.com/office/drawing/2014/main" id="{C52CE39C-745C-2370-7F19-524C693CED3C}"/>
              </a:ext>
            </a:extLst>
          </p:cNvPr>
          <p:cNvSpPr>
            <a:spLocks noGrp="1"/>
          </p:cNvSpPr>
          <p:nvPr>
            <p:ph type="sldNum" sz="quarter" idx="30"/>
          </p:nvPr>
        </p:nvSpPr>
        <p:spPr>
          <a:xfrm>
            <a:off x="9277027" y="6356350"/>
            <a:ext cx="2743200" cy="365125"/>
          </a:xfrm>
        </p:spPr>
        <p:txBody>
          <a:bodyPr/>
          <a:lstStyle>
            <a:lvl1pPr>
              <a:defRPr>
                <a:solidFill>
                  <a:schemeClr val="tx1"/>
                </a:solidFill>
              </a:defRPr>
            </a:lvl1pPr>
          </a:lstStyle>
          <a:p>
            <a:fld id="{0D85BAB0-D13B-874F-9DE7-A80C7C7F2597}" type="slidenum">
              <a:rPr lang="ru-RU" smtClean="0"/>
              <a:pPr/>
              <a:t>12</a:t>
            </a:fld>
            <a:endParaRPr lang="ru-RU" dirty="0"/>
          </a:p>
        </p:txBody>
      </p:sp>
    </p:spTree>
    <p:extLst>
      <p:ext uri="{BB962C8B-B14F-4D97-AF65-F5344CB8AC3E}">
        <p14:creationId xmlns:p14="http://schemas.microsoft.com/office/powerpoint/2010/main" val="1272600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4">
            <a:extLst>
              <a:ext uri="{FF2B5EF4-FFF2-40B4-BE49-F238E27FC236}">
                <a16:creationId xmlns:a16="http://schemas.microsoft.com/office/drawing/2014/main" id="{C024AD13-0CF6-5846-4AFA-0870B2CA54A3}"/>
              </a:ext>
            </a:extLst>
          </p:cNvPr>
          <p:cNvSpPr/>
          <p:nvPr/>
        </p:nvSpPr>
        <p:spPr>
          <a:xfrm>
            <a:off x="4868387" y="1132917"/>
            <a:ext cx="3460171" cy="2290107"/>
          </a:xfrm>
          <a:prstGeom prst="roundRect">
            <a:avLst/>
          </a:prstGeom>
          <a:solidFill>
            <a:schemeClr val="bg1">
              <a:lumMod val="9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6" name="Скругленный прямоугольник 5">
            <a:extLst>
              <a:ext uri="{FF2B5EF4-FFF2-40B4-BE49-F238E27FC236}">
                <a16:creationId xmlns:a16="http://schemas.microsoft.com/office/drawing/2014/main" id="{00EA6318-49DB-F493-AB10-4E98CDD532D5}"/>
              </a:ext>
            </a:extLst>
          </p:cNvPr>
          <p:cNvSpPr/>
          <p:nvPr/>
        </p:nvSpPr>
        <p:spPr>
          <a:xfrm>
            <a:off x="8399163" y="1142685"/>
            <a:ext cx="3300383" cy="2290107"/>
          </a:xfrm>
          <a:prstGeom prst="roundRect">
            <a:avLst/>
          </a:prstGeom>
          <a:solidFill>
            <a:schemeClr val="bg1">
              <a:lumMod val="9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7" name="Скругленный прямоугольник 6">
            <a:extLst>
              <a:ext uri="{FF2B5EF4-FFF2-40B4-BE49-F238E27FC236}">
                <a16:creationId xmlns:a16="http://schemas.microsoft.com/office/drawing/2014/main" id="{97B1EFEE-BEB8-AFB4-93FF-2295A654C039}"/>
              </a:ext>
            </a:extLst>
          </p:cNvPr>
          <p:cNvSpPr/>
          <p:nvPr/>
        </p:nvSpPr>
        <p:spPr>
          <a:xfrm>
            <a:off x="4916684" y="3539276"/>
            <a:ext cx="3411874" cy="2290107"/>
          </a:xfrm>
          <a:prstGeom prst="roundRect">
            <a:avLst/>
          </a:prstGeom>
          <a:solidFill>
            <a:schemeClr val="bg1">
              <a:lumMod val="9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8" name="Скругленный прямоугольник 7">
            <a:extLst>
              <a:ext uri="{FF2B5EF4-FFF2-40B4-BE49-F238E27FC236}">
                <a16:creationId xmlns:a16="http://schemas.microsoft.com/office/drawing/2014/main" id="{A10BC508-B1E1-07FD-5BFA-3F97C2947976}"/>
              </a:ext>
            </a:extLst>
          </p:cNvPr>
          <p:cNvSpPr/>
          <p:nvPr/>
        </p:nvSpPr>
        <p:spPr>
          <a:xfrm>
            <a:off x="8399163" y="3601088"/>
            <a:ext cx="3300383" cy="2238063"/>
          </a:xfrm>
          <a:prstGeom prst="roundRect">
            <a:avLst/>
          </a:prstGeom>
          <a:solidFill>
            <a:schemeClr val="bg1">
              <a:lumMod val="9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ru-RU"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5" name="Заголовок 1">
            <a:extLst>
              <a:ext uri="{FF2B5EF4-FFF2-40B4-BE49-F238E27FC236}">
                <a16:creationId xmlns:a16="http://schemas.microsoft.com/office/drawing/2014/main" id="{B9603916-0572-D9E4-CB2A-D6E27BCD0E4E}"/>
              </a:ext>
            </a:extLst>
          </p:cNvPr>
          <p:cNvSpPr txBox="1">
            <a:spLocks/>
          </p:cNvSpPr>
          <p:nvPr/>
        </p:nvSpPr>
        <p:spPr>
          <a:xfrm>
            <a:off x="464548" y="1271264"/>
            <a:ext cx="3585324" cy="4835094"/>
          </a:xfrm>
          <a:prstGeom prst="rect">
            <a:avLst/>
          </a:prstGeom>
        </p:spPr>
        <p:txBody>
          <a:bodyPr/>
          <a:lstStyle>
            <a:lvl1pPr algn="l" defTabSz="914400" rtl="0" eaLnBrk="1" latinLnBrk="0" hangingPunct="1">
              <a:lnSpc>
                <a:spcPct val="90000"/>
              </a:lnSpc>
              <a:spcBef>
                <a:spcPct val="0"/>
              </a:spcBef>
              <a:buNone/>
              <a:defRPr sz="4400" b="0" i="0" kern="1200">
                <a:solidFill>
                  <a:schemeClr val="tx1"/>
                </a:solidFill>
                <a:latin typeface="Arial" panose="020B0604020202020204" pitchFamily="34" charset="0"/>
                <a:ea typeface="+mj-ea"/>
                <a:cs typeface="+mj-cs"/>
              </a:defRPr>
            </a:lvl1pPr>
          </a:lstStyle>
          <a:p>
            <a:r>
              <a:rPr lang="ru-RU" sz="2800" b="1" dirty="0">
                <a:solidFill>
                  <a:schemeClr val="bg1"/>
                </a:solidFill>
                <a:latin typeface="Arial Black" panose="020B0604020202020204" pitchFamily="34" charset="0"/>
                <a:cs typeface="Arial Black" panose="020B0604020202020204" pitchFamily="34" charset="0"/>
              </a:rPr>
              <a:t>Эффективная комм. стратегия делает ваш </a:t>
            </a:r>
            <a:r>
              <a:rPr lang="en-US" sz="2800" b="1" dirty="0">
                <a:solidFill>
                  <a:schemeClr val="bg1"/>
                </a:solidFill>
                <a:latin typeface="Arial Black" panose="020B0604020202020204" pitchFamily="34" charset="0"/>
                <a:cs typeface="Arial Black" panose="020B0604020202020204" pitchFamily="34" charset="0"/>
              </a:rPr>
              <a:t>EVP </a:t>
            </a:r>
            <a:r>
              <a:rPr lang="ru-RU" sz="2800" b="1" dirty="0">
                <a:solidFill>
                  <a:schemeClr val="bg1"/>
                </a:solidFill>
                <a:latin typeface="Arial Black" panose="020B0604020202020204" pitchFamily="34" charset="0"/>
                <a:cs typeface="Arial Black" panose="020B0604020202020204" pitchFamily="34" charset="0"/>
              </a:rPr>
              <a:t>работающим инструментом по сокращению расходов </a:t>
            </a:r>
            <a:br>
              <a:rPr lang="ru-RU" sz="2800" b="1" dirty="0">
                <a:solidFill>
                  <a:schemeClr val="bg1"/>
                </a:solidFill>
                <a:latin typeface="Arial Black" panose="020B0604020202020204" pitchFamily="34" charset="0"/>
                <a:cs typeface="Arial Black" panose="020B0604020202020204" pitchFamily="34" charset="0"/>
              </a:rPr>
            </a:br>
            <a:r>
              <a:rPr lang="ru-RU" sz="2800" b="1" dirty="0">
                <a:solidFill>
                  <a:schemeClr val="bg1"/>
                </a:solidFill>
                <a:latin typeface="Arial Black" panose="020B0604020202020204" pitchFamily="34" charset="0"/>
                <a:cs typeface="Arial Black" panose="020B0604020202020204" pitchFamily="34" charset="0"/>
              </a:rPr>
              <a:t>на найм и удержание</a:t>
            </a:r>
          </a:p>
        </p:txBody>
      </p:sp>
      <p:sp>
        <p:nvSpPr>
          <p:cNvPr id="26" name="Текст 13">
            <a:extLst>
              <a:ext uri="{FF2B5EF4-FFF2-40B4-BE49-F238E27FC236}">
                <a16:creationId xmlns:a16="http://schemas.microsoft.com/office/drawing/2014/main" id="{EBD0436C-B4B0-5342-648F-8EEEDB66BC7A}"/>
              </a:ext>
            </a:extLst>
          </p:cNvPr>
          <p:cNvSpPr txBox="1">
            <a:spLocks/>
          </p:cNvSpPr>
          <p:nvPr/>
        </p:nvSpPr>
        <p:spPr>
          <a:xfrm>
            <a:off x="5207224" y="4320345"/>
            <a:ext cx="2927132" cy="1669635"/>
          </a:xfrm>
          <a:prstGeom prst="rect">
            <a:avLst/>
          </a:prstGeom>
        </p:spPr>
        <p:txBody>
          <a:bodyPr anchor="t"/>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ru-RU"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rPr>
              <a:t>Настолько увеличивается количество откликов на вакансии у компаний с сильными брендом работодателя</a:t>
            </a:r>
            <a:endParaRPr kumimoji="0" lang="en-US"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endParaRPr>
          </a:p>
        </p:txBody>
      </p:sp>
      <p:sp>
        <p:nvSpPr>
          <p:cNvPr id="27" name="Текст 19">
            <a:extLst>
              <a:ext uri="{FF2B5EF4-FFF2-40B4-BE49-F238E27FC236}">
                <a16:creationId xmlns:a16="http://schemas.microsoft.com/office/drawing/2014/main" id="{D0E523DE-7C0E-5E21-58C6-570828439114}"/>
              </a:ext>
            </a:extLst>
          </p:cNvPr>
          <p:cNvSpPr txBox="1">
            <a:spLocks/>
          </p:cNvSpPr>
          <p:nvPr/>
        </p:nvSpPr>
        <p:spPr>
          <a:xfrm>
            <a:off x="5207224" y="3671170"/>
            <a:ext cx="2060319" cy="793856"/>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4400" dirty="0">
                <a:solidFill>
                  <a:srgbClr val="121216"/>
                </a:solidFill>
                <a:latin typeface="Arial Black" panose="020B0604020202020204" pitchFamily="34" charset="0"/>
                <a:cs typeface="Arial Black" panose="020B0604020202020204" pitchFamily="34" charset="0"/>
              </a:rPr>
              <a:t>39</a:t>
            </a:r>
            <a:r>
              <a:rPr kumimoji="0" lang="ru-RU" sz="4400" b="1" i="0" u="none" strike="noStrike" kern="1200" cap="none" spc="0" normalizeH="0" baseline="0" noProof="0" dirty="0">
                <a:ln>
                  <a:noFill/>
                </a:ln>
                <a:solidFill>
                  <a:srgbClr val="121216"/>
                </a:solidFill>
                <a:effectLst/>
                <a:uLnTx/>
                <a:uFillTx/>
                <a:latin typeface="Arial Black" panose="020B0604020202020204" pitchFamily="34" charset="0"/>
                <a:ea typeface="+mn-ea"/>
                <a:cs typeface="Arial Black" panose="020B0604020202020204" pitchFamily="34" charset="0"/>
              </a:rPr>
              <a:t>%</a:t>
            </a:r>
            <a:endParaRPr kumimoji="0" lang="ru-RU" sz="4400" b="1" i="0" u="none" strike="noStrike" kern="1200" cap="none" spc="0" normalizeH="0" baseline="0" noProof="0" dirty="0">
              <a:ln>
                <a:noFill/>
              </a:ln>
              <a:solidFill>
                <a:srgbClr val="121216"/>
              </a:solidFill>
              <a:effectLst/>
              <a:uLnTx/>
              <a:uFillTx/>
              <a:latin typeface="Arial Black" panose="020B0A04020102020204" pitchFamily="34" charset="0"/>
              <a:ea typeface="+mn-ea"/>
              <a:cs typeface="+mn-cs"/>
              <a:sym typeface="Arial"/>
            </a:endParaRPr>
          </a:p>
        </p:txBody>
      </p:sp>
      <p:sp>
        <p:nvSpPr>
          <p:cNvPr id="28" name="Текст 7">
            <a:extLst>
              <a:ext uri="{FF2B5EF4-FFF2-40B4-BE49-F238E27FC236}">
                <a16:creationId xmlns:a16="http://schemas.microsoft.com/office/drawing/2014/main" id="{D9CE01AC-62A0-CA2B-253A-27196D403EEE}"/>
              </a:ext>
            </a:extLst>
          </p:cNvPr>
          <p:cNvSpPr txBox="1">
            <a:spLocks/>
          </p:cNvSpPr>
          <p:nvPr/>
        </p:nvSpPr>
        <p:spPr>
          <a:xfrm>
            <a:off x="5157074" y="2328949"/>
            <a:ext cx="3037673" cy="738664"/>
          </a:xfrm>
          <a:prstGeom prst="rect">
            <a:avLst/>
          </a:prstGeom>
        </p:spPr>
        <p:txBody>
          <a:bodyPr anchor="t"/>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ru-RU"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rPr>
              <a:t>Экономят на поиске и найме кандидатов компании с сильным брендом работодателя</a:t>
            </a:r>
            <a:endParaRPr kumimoji="0" lang="en-US"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endParaRPr>
          </a:p>
        </p:txBody>
      </p:sp>
      <p:sp>
        <p:nvSpPr>
          <p:cNvPr id="29" name="Текст 16">
            <a:extLst>
              <a:ext uri="{FF2B5EF4-FFF2-40B4-BE49-F238E27FC236}">
                <a16:creationId xmlns:a16="http://schemas.microsoft.com/office/drawing/2014/main" id="{D57166C8-4E8B-67F6-6A50-7473D1E89425}"/>
              </a:ext>
            </a:extLst>
          </p:cNvPr>
          <p:cNvSpPr txBox="1">
            <a:spLocks/>
          </p:cNvSpPr>
          <p:nvPr/>
        </p:nvSpPr>
        <p:spPr>
          <a:xfrm>
            <a:off x="5157074" y="1401946"/>
            <a:ext cx="2033089" cy="923330"/>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sz="4800" b="1" i="0" u="none" strike="noStrike" kern="1200" cap="none" spc="0" normalizeH="0" baseline="0" noProof="0" dirty="0">
                <a:ln>
                  <a:noFill/>
                </a:ln>
                <a:effectLst/>
                <a:uLnTx/>
                <a:uFillTx/>
                <a:latin typeface="Arial Black" panose="020B0A04020102020204" pitchFamily="34" charset="0"/>
                <a:ea typeface="+mn-ea"/>
                <a:cs typeface="+mn-cs"/>
                <a:sym typeface="Arial"/>
              </a:rPr>
              <a:t>43%</a:t>
            </a:r>
            <a:endParaRPr kumimoji="0" lang="ru-RU" sz="4800" b="1" i="0" u="none" strike="noStrike" kern="1200" cap="none" spc="0" normalizeH="0" baseline="0" noProof="0" dirty="0">
              <a:ln>
                <a:noFill/>
              </a:ln>
              <a:effectLst/>
              <a:uLnTx/>
              <a:uFillTx/>
              <a:latin typeface="Arial Black" panose="020B0A04020102020204" pitchFamily="34" charset="0"/>
              <a:ea typeface="+mn-ea"/>
              <a:cs typeface="+mn-cs"/>
              <a:sym typeface="Arial"/>
            </a:endParaRPr>
          </a:p>
        </p:txBody>
      </p:sp>
      <p:sp>
        <p:nvSpPr>
          <p:cNvPr id="30" name="Текст 21">
            <a:extLst>
              <a:ext uri="{FF2B5EF4-FFF2-40B4-BE49-F238E27FC236}">
                <a16:creationId xmlns:a16="http://schemas.microsoft.com/office/drawing/2014/main" id="{51D19385-6312-B62B-F721-36BF6A048D89}"/>
              </a:ext>
            </a:extLst>
          </p:cNvPr>
          <p:cNvSpPr txBox="1">
            <a:spLocks/>
          </p:cNvSpPr>
          <p:nvPr/>
        </p:nvSpPr>
        <p:spPr>
          <a:xfrm>
            <a:off x="8648567" y="1401946"/>
            <a:ext cx="2060319" cy="923330"/>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sz="4800" b="1" i="0" u="none" strike="noStrike" kern="1200" cap="none" spc="0" normalizeH="0" baseline="0" noProof="0" dirty="0">
                <a:ln>
                  <a:noFill/>
                </a:ln>
                <a:effectLst/>
                <a:uLnTx/>
                <a:uFillTx/>
                <a:latin typeface="Arial Black" panose="020B0A04020102020204" pitchFamily="34" charset="0"/>
                <a:ea typeface="+mn-ea"/>
                <a:cs typeface="+mn-cs"/>
                <a:sym typeface="Arial"/>
              </a:rPr>
              <a:t>28%</a:t>
            </a:r>
            <a:endParaRPr kumimoji="0" lang="ru-RU" sz="4800" b="1" i="0" u="none" strike="noStrike" kern="1200" cap="none" spc="0" normalizeH="0" baseline="0" noProof="0" dirty="0">
              <a:ln>
                <a:noFill/>
              </a:ln>
              <a:effectLst/>
              <a:uLnTx/>
              <a:uFillTx/>
              <a:latin typeface="Arial Black" panose="020B0A04020102020204" pitchFamily="34" charset="0"/>
              <a:ea typeface="+mn-ea"/>
              <a:cs typeface="+mn-cs"/>
              <a:sym typeface="Arial"/>
            </a:endParaRPr>
          </a:p>
        </p:txBody>
      </p:sp>
      <p:sp>
        <p:nvSpPr>
          <p:cNvPr id="31" name="Текст 22">
            <a:extLst>
              <a:ext uri="{FF2B5EF4-FFF2-40B4-BE49-F238E27FC236}">
                <a16:creationId xmlns:a16="http://schemas.microsoft.com/office/drawing/2014/main" id="{AD5D7F98-DED9-3996-E279-A21C041F4130}"/>
              </a:ext>
            </a:extLst>
          </p:cNvPr>
          <p:cNvSpPr txBox="1">
            <a:spLocks/>
          </p:cNvSpPr>
          <p:nvPr/>
        </p:nvSpPr>
        <p:spPr>
          <a:xfrm>
            <a:off x="8648567" y="2206783"/>
            <a:ext cx="3002681" cy="954107"/>
          </a:xfrm>
          <a:prstGeom prst="rect">
            <a:avLst/>
          </a:prstGeom>
        </p:spPr>
        <p:txBody>
          <a:bodyPr anchor="t"/>
          <a:lstStyle>
            <a:lvl1pPr marL="0" indent="0" algn="l" defTabSz="914400" rtl="0" eaLnBrk="1" latinLnBrk="0" hangingPunct="1">
              <a:lnSpc>
                <a:spcPct val="100000"/>
              </a:lnSpc>
              <a:spcBef>
                <a:spcPts val="0"/>
              </a:spcBef>
              <a:buFont typeface="Arial" panose="020B0604020202020204" pitchFamily="34" charset="0"/>
              <a:buNone/>
              <a:defRPr sz="1200" b="1" i="0" kern="1200" baseline="0">
                <a:solidFill>
                  <a:schemeClr val="tx1"/>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ru-RU"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rPr>
              <a:t>На столько снижается текучесть кадров после принятия эффективных мер по улучшению бренда работодателя</a:t>
            </a:r>
            <a:endParaRPr kumimoji="0" lang="en-US" sz="1400" b="0" i="0" u="none" strike="noStrike" kern="1200" cap="none" spc="0" normalizeH="0" baseline="0" noProof="0" dirty="0">
              <a:ln>
                <a:noFill/>
              </a:ln>
              <a:solidFill>
                <a:srgbClr val="000000"/>
              </a:solidFill>
              <a:effectLst/>
              <a:highlight>
                <a:srgbClr val="000000">
                  <a:alpha val="0"/>
                </a:srgbClr>
              </a:highlight>
              <a:uLnTx/>
              <a:uFillTx/>
              <a:latin typeface="Arial" panose="020B0604020202020204" pitchFamily="34" charset="0"/>
              <a:ea typeface="+mn-ea"/>
              <a:cs typeface="+mn-cs"/>
              <a:sym typeface="Arial"/>
            </a:endParaRPr>
          </a:p>
        </p:txBody>
      </p:sp>
      <p:sp>
        <p:nvSpPr>
          <p:cNvPr id="32" name="Текст 21">
            <a:extLst>
              <a:ext uri="{FF2B5EF4-FFF2-40B4-BE49-F238E27FC236}">
                <a16:creationId xmlns:a16="http://schemas.microsoft.com/office/drawing/2014/main" id="{344EB1F3-3600-9CA9-850C-26353D74E13C}"/>
              </a:ext>
            </a:extLst>
          </p:cNvPr>
          <p:cNvSpPr txBox="1">
            <a:spLocks/>
          </p:cNvSpPr>
          <p:nvPr/>
        </p:nvSpPr>
        <p:spPr>
          <a:xfrm>
            <a:off x="8696866" y="3682144"/>
            <a:ext cx="2060319" cy="738664"/>
          </a:xfrm>
          <a:prstGeom prst="rect">
            <a:avLst/>
          </a:prstGeom>
        </p:spPr>
        <p:txBody>
          <a:bodyPr vert="horz" wrap="square" lIns="121920" tIns="0" rIns="121920" bIns="0" rtlCol="0">
            <a:spAutoFit/>
          </a:bodyPr>
          <a:lstStyle>
            <a:lvl1pPr marL="0" indent="0" algn="l" defTabSz="685800" rtl="0" eaLnBrk="1" latinLnBrk="0" hangingPunct="1">
              <a:lnSpc>
                <a:spcPct val="100000"/>
              </a:lnSpc>
              <a:spcBef>
                <a:spcPts val="0"/>
              </a:spcBef>
              <a:buFont typeface="Arial" panose="020B0604020202020204" pitchFamily="34" charset="0"/>
              <a:buNone/>
              <a:defRPr sz="4050" b="0" kern="1200" baseline="0">
                <a:solidFill>
                  <a:schemeClr val="bg1">
                    <a:lumMod val="95000"/>
                  </a:schemeClr>
                </a:solidFill>
                <a:latin typeface="Arial Black" panose="020B0A04020102020204" pitchFamily="34" charset="0"/>
                <a:ea typeface="+mn-ea"/>
                <a:cs typeface="+mn-cs"/>
              </a:defRPr>
            </a:lvl1pPr>
            <a:lvl2pPr marL="269081" indent="-127397"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2pPr>
            <a:lvl3pPr marL="538163" indent="-121444"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3pPr>
            <a:lvl4pPr marL="807244" indent="-114300"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4pPr>
            <a:lvl5pPr marL="1076325" indent="-107156"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sz="4800" b="1" i="0" u="none" strike="noStrike" kern="1200" cap="none" spc="0" normalizeH="0" baseline="0" noProof="0" dirty="0">
                <a:ln>
                  <a:noFill/>
                </a:ln>
                <a:solidFill>
                  <a:schemeClr val="tx1"/>
                </a:solidFill>
                <a:effectLst/>
                <a:uLnTx/>
                <a:uFillTx/>
                <a:latin typeface="Arial Black" panose="020B0604020202020204" pitchFamily="34" charset="0"/>
                <a:ea typeface="+mn-ea"/>
                <a:cs typeface="+mn-cs"/>
                <a:sym typeface="Arial"/>
              </a:rPr>
              <a:t>10%</a:t>
            </a:r>
            <a:endParaRPr kumimoji="0" lang="ru-RU" sz="4800" b="1" i="0" u="none" strike="noStrike" kern="1200" cap="none" spc="0" normalizeH="0" baseline="0" noProof="0" dirty="0">
              <a:ln>
                <a:noFill/>
              </a:ln>
              <a:solidFill>
                <a:schemeClr val="tx1"/>
              </a:solidFill>
              <a:effectLst/>
              <a:uLnTx/>
              <a:uFillTx/>
              <a:latin typeface="Arial Black" panose="020B0604020202020204" pitchFamily="34" charset="0"/>
              <a:ea typeface="+mn-ea"/>
              <a:cs typeface="+mn-cs"/>
              <a:sym typeface="Arial"/>
            </a:endParaRPr>
          </a:p>
        </p:txBody>
      </p:sp>
      <p:sp>
        <p:nvSpPr>
          <p:cNvPr id="33" name="Текст 22">
            <a:extLst>
              <a:ext uri="{FF2B5EF4-FFF2-40B4-BE49-F238E27FC236}">
                <a16:creationId xmlns:a16="http://schemas.microsoft.com/office/drawing/2014/main" id="{49A71360-B8A0-156C-2CEB-05DA84189177}"/>
              </a:ext>
            </a:extLst>
          </p:cNvPr>
          <p:cNvSpPr txBox="1">
            <a:spLocks/>
          </p:cNvSpPr>
          <p:nvPr/>
        </p:nvSpPr>
        <p:spPr>
          <a:xfrm>
            <a:off x="8648567" y="4486673"/>
            <a:ext cx="2726533" cy="1200329"/>
          </a:xfrm>
          <a:prstGeom prst="rect">
            <a:avLst/>
          </a:prstGeom>
        </p:spPr>
        <p:txBody>
          <a:bodyPr vert="horz" wrap="square" lIns="121920" tIns="60960" rIns="121920" bIns="60960" rtlCol="0" anchor="t">
            <a:spAutoFit/>
          </a:bodyPr>
          <a:lstStyle>
            <a:lvl1pPr marL="0" indent="0" algn="l" defTabSz="685800" rtl="0" eaLnBrk="1" latinLnBrk="0" hangingPunct="1">
              <a:lnSpc>
                <a:spcPct val="100000"/>
              </a:lnSpc>
              <a:spcBef>
                <a:spcPts val="0"/>
              </a:spcBef>
              <a:buFont typeface="Arial" panose="020B0604020202020204" pitchFamily="34" charset="0"/>
              <a:buNone/>
              <a:defRPr sz="1050" b="1" kern="1200" baseline="0">
                <a:solidFill>
                  <a:schemeClr val="tx1"/>
                </a:solidFill>
                <a:latin typeface="+mn-lt"/>
                <a:ea typeface="+mn-ea"/>
                <a:cs typeface="+mn-cs"/>
              </a:defRPr>
            </a:lvl1pPr>
            <a:lvl2pPr marL="269081" indent="-127397"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2pPr>
            <a:lvl3pPr marL="538163" indent="-121444"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3pPr>
            <a:lvl4pPr marL="807244" indent="-114300"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4pPr>
            <a:lvl5pPr marL="1076325" indent="-107156" algn="l" defTabSz="685800" rtl="0" eaLnBrk="1" latinLnBrk="0" hangingPunct="1">
              <a:lnSpc>
                <a:spcPct val="100000"/>
              </a:lnSpc>
              <a:spcBef>
                <a:spcPts val="0"/>
              </a:spcBef>
              <a:buFont typeface="Arial" panose="020B0604020202020204" pitchFamily="34" charset="0"/>
              <a:buChar char="•"/>
              <a:defRPr sz="900"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ru-RU" sz="1400" b="0" i="0" u="none" strike="noStrike" kern="1200" cap="none" spc="0" normalizeH="0" baseline="0" noProof="0" dirty="0">
                <a:ln>
                  <a:noFill/>
                </a:ln>
                <a:solidFill>
                  <a:srgbClr val="000000"/>
                </a:solidFill>
                <a:effectLst/>
                <a:highlight>
                  <a:srgbClr val="000000">
                    <a:alpha val="0"/>
                  </a:srgbClr>
                </a:highlight>
                <a:uLnTx/>
                <a:uFillTx/>
                <a:latin typeface="Arial"/>
                <a:ea typeface="+mn-ea"/>
                <a:cs typeface="+mn-cs"/>
                <a:sym typeface="Arial"/>
              </a:rPr>
              <a:t>Примерно на столько компании со слабым брендом</a:t>
            </a:r>
            <a:r>
              <a:rPr kumimoji="0" lang="en-US" sz="1400" b="0" i="0" u="none" strike="noStrike" kern="1200" cap="none" spc="0" normalizeH="0" baseline="0" noProof="0" dirty="0">
                <a:ln>
                  <a:noFill/>
                </a:ln>
                <a:solidFill>
                  <a:srgbClr val="000000"/>
                </a:solidFill>
                <a:effectLst/>
                <a:highlight>
                  <a:srgbClr val="000000">
                    <a:alpha val="0"/>
                  </a:srgbClr>
                </a:highlight>
                <a:uLnTx/>
                <a:uFillTx/>
                <a:latin typeface="Arial"/>
                <a:ea typeface="+mn-ea"/>
                <a:cs typeface="+mn-cs"/>
                <a:sym typeface="Arial"/>
              </a:rPr>
              <a:t> </a:t>
            </a:r>
            <a:r>
              <a:rPr kumimoji="0" lang="ru-RU" sz="1400" b="0" i="0" u="none" strike="noStrike" kern="1200" cap="none" spc="0" normalizeH="0" baseline="0" noProof="0" dirty="0">
                <a:ln>
                  <a:noFill/>
                </a:ln>
                <a:solidFill>
                  <a:srgbClr val="000000"/>
                </a:solidFill>
                <a:effectLst/>
                <a:highlight>
                  <a:srgbClr val="000000">
                    <a:alpha val="0"/>
                  </a:srgbClr>
                </a:highlight>
                <a:uLnTx/>
                <a:uFillTx/>
                <a:latin typeface="Arial"/>
                <a:ea typeface="+mn-ea"/>
                <a:cs typeface="+mn-cs"/>
                <a:sym typeface="Arial"/>
              </a:rPr>
              <a:t>работодателя переплачивают своим сотрудникам</a:t>
            </a:r>
            <a:endParaRPr kumimoji="0" lang="en-US" sz="1400" b="0" i="0" u="none" strike="noStrike" kern="1200" cap="none" spc="0" normalizeH="0" baseline="0" noProof="0" dirty="0">
              <a:ln>
                <a:noFill/>
              </a:ln>
              <a:solidFill>
                <a:srgbClr val="000000"/>
              </a:solidFill>
              <a:effectLst/>
              <a:highlight>
                <a:srgbClr val="000000">
                  <a:alpha val="0"/>
                </a:srgbClr>
              </a:highlight>
              <a:uLnTx/>
              <a:uFillTx/>
              <a:latin typeface="Arial"/>
              <a:ea typeface="+mn-ea"/>
              <a:cs typeface="+mn-cs"/>
              <a:sym typeface="Arial"/>
            </a:endParaRPr>
          </a:p>
        </p:txBody>
      </p:sp>
      <p:sp>
        <p:nvSpPr>
          <p:cNvPr id="34" name="Текст 6">
            <a:extLst>
              <a:ext uri="{FF2B5EF4-FFF2-40B4-BE49-F238E27FC236}">
                <a16:creationId xmlns:a16="http://schemas.microsoft.com/office/drawing/2014/main" id="{37B9C1DB-E322-568C-A87F-5FAB1CBD3C47}"/>
              </a:ext>
            </a:extLst>
          </p:cNvPr>
          <p:cNvSpPr txBox="1">
            <a:spLocks/>
          </p:cNvSpPr>
          <p:nvPr/>
        </p:nvSpPr>
        <p:spPr>
          <a:xfrm>
            <a:off x="409002" y="6327086"/>
            <a:ext cx="6473497" cy="40011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1000" b="0" i="0" kern="1200" baseline="0">
                <a:solidFill>
                  <a:schemeClr val="bg1">
                    <a:lumMod val="65000"/>
                  </a:schemeClr>
                </a:solidFill>
                <a:latin typeface="Arial" panose="020B0604020202020204" pitchFamily="34" charset="0"/>
                <a:ea typeface="+mn-ea"/>
                <a:cs typeface="+mn-cs"/>
              </a:defRPr>
            </a:lvl1pPr>
            <a:lvl2pPr marL="358775" indent="-169863"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2pPr>
            <a:lvl3pPr marL="717550" indent="-16192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3pPr>
            <a:lvl4pPr marL="1076325" indent="-152400"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4pPr>
            <a:lvl5pPr marL="1435100" indent="-142875" algn="l" defTabSz="914400" rtl="0" eaLnBrk="1" latinLnBrk="0" hangingPunct="1">
              <a:lnSpc>
                <a:spcPct val="100000"/>
              </a:lnSpc>
              <a:spcBef>
                <a:spcPts val="0"/>
              </a:spcBef>
              <a:buFont typeface="Arial" panose="020B0604020202020204" pitchFamily="34" charset="0"/>
              <a:buChar char="•"/>
              <a:defRPr sz="1200" b="1"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kumimoji="0" lang="en-US" sz="1000" b="0" i="0" u="none" strike="noStrike" kern="1200" cap="none" spc="0" normalizeH="0" baseline="0" noProof="0" dirty="0">
                <a:ln>
                  <a:noFill/>
                </a:ln>
                <a:solidFill>
                  <a:srgbClr val="000000">
                    <a:lumMod val="50000"/>
                    <a:lumOff val="50000"/>
                  </a:srgbClr>
                </a:solidFill>
                <a:effectLst/>
                <a:highlight>
                  <a:srgbClr val="000000">
                    <a:alpha val="0"/>
                  </a:srgbClr>
                </a:highlight>
                <a:uLnTx/>
                <a:uFillTx/>
                <a:latin typeface="Arial" panose="020B0604020202020204" pitchFamily="34" charset="0"/>
                <a:ea typeface="+mn-ea"/>
                <a:cs typeface="+mn-cs"/>
                <a:sym typeface="Arial"/>
              </a:rPr>
              <a:t>* </a:t>
            </a:r>
            <a:r>
              <a:rPr kumimoji="0" lang="ru-RU" sz="1000" b="0" i="0" u="none" strike="noStrike" kern="1200" cap="none" spc="0" normalizeH="0" baseline="0" noProof="0" dirty="0">
                <a:ln>
                  <a:noFill/>
                </a:ln>
                <a:solidFill>
                  <a:srgbClr val="000000">
                    <a:lumMod val="50000"/>
                    <a:lumOff val="50000"/>
                  </a:srgbClr>
                </a:solidFill>
                <a:effectLst/>
                <a:highlight>
                  <a:srgbClr val="000000">
                    <a:alpha val="0"/>
                  </a:srgbClr>
                </a:highlight>
                <a:uLnTx/>
                <a:uFillTx/>
                <a:latin typeface="Arial" panose="020B0604020202020204" pitchFamily="34" charset="0"/>
                <a:ea typeface="+mn-ea"/>
                <a:cs typeface="+mn-cs"/>
                <a:sym typeface="Arial"/>
              </a:rPr>
              <a:t>По данным</a:t>
            </a:r>
            <a:r>
              <a:rPr kumimoji="0" lang="en-US" sz="1000" b="0" i="0" u="none" strike="noStrike" kern="1200" cap="none" spc="0" normalizeH="0" baseline="0" noProof="0" dirty="0">
                <a:ln>
                  <a:noFill/>
                </a:ln>
                <a:solidFill>
                  <a:srgbClr val="000000">
                    <a:lumMod val="50000"/>
                    <a:lumOff val="50000"/>
                  </a:srgbClr>
                </a:solidFill>
                <a:effectLst/>
                <a:highlight>
                  <a:srgbClr val="000000">
                    <a:alpha val="0"/>
                  </a:srgbClr>
                </a:highlight>
                <a:uLnTx/>
                <a:uFillTx/>
                <a:latin typeface="Arial" panose="020B0604020202020204" pitchFamily="34" charset="0"/>
                <a:ea typeface="+mn-ea"/>
                <a:cs typeface="+mn-cs"/>
                <a:sym typeface="Arial"/>
              </a:rPr>
              <a:t> LinkedIn, CareerBuilder, Corporate Responsibility Magazine</a:t>
            </a:r>
            <a:r>
              <a:rPr kumimoji="0" lang="ru-RU" sz="1000" b="0" i="0" u="none" strike="noStrike" kern="1200" cap="none" spc="0" normalizeH="0" baseline="0" noProof="0" dirty="0">
                <a:ln>
                  <a:noFill/>
                </a:ln>
                <a:solidFill>
                  <a:srgbClr val="000000">
                    <a:lumMod val="50000"/>
                    <a:lumOff val="50000"/>
                  </a:srgbClr>
                </a:solidFill>
                <a:effectLst/>
                <a:highlight>
                  <a:srgbClr val="000000">
                    <a:alpha val="0"/>
                  </a:srgbClr>
                </a:highlight>
                <a:uLnTx/>
                <a:uFillTx/>
                <a:latin typeface="Arial" panose="020B0604020202020204" pitchFamily="34" charset="0"/>
                <a:ea typeface="+mn-ea"/>
                <a:cs typeface="+mn-cs"/>
                <a:sym typeface="Arial"/>
              </a:rPr>
              <a:t> и </a:t>
            </a:r>
            <a:r>
              <a:rPr kumimoji="0" lang="en-US" sz="1000" b="0" i="0" u="none" strike="noStrike" kern="1200" cap="none" spc="0" normalizeH="0" baseline="0" noProof="0" dirty="0">
                <a:ln>
                  <a:noFill/>
                </a:ln>
                <a:solidFill>
                  <a:srgbClr val="000000">
                    <a:lumMod val="50000"/>
                    <a:lumOff val="50000"/>
                  </a:srgbClr>
                </a:solidFill>
                <a:effectLst/>
                <a:highlight>
                  <a:srgbClr val="000000">
                    <a:alpha val="0"/>
                  </a:srgbClr>
                </a:highlight>
                <a:uLnTx/>
                <a:uFillTx/>
                <a:latin typeface="Arial" panose="020B0604020202020204" pitchFamily="34" charset="0"/>
                <a:ea typeface="+mn-ea"/>
                <a:cs typeface="+mn-cs"/>
                <a:sym typeface="Arial"/>
              </a:rPr>
              <a:t>Harvard Business Review</a:t>
            </a:r>
          </a:p>
        </p:txBody>
      </p:sp>
      <p:sp>
        <p:nvSpPr>
          <p:cNvPr id="35" name="Номер слайда 9">
            <a:extLst>
              <a:ext uri="{FF2B5EF4-FFF2-40B4-BE49-F238E27FC236}">
                <a16:creationId xmlns:a16="http://schemas.microsoft.com/office/drawing/2014/main" id="{884C5476-03A3-3A86-0A9B-20560EBEF266}"/>
              </a:ext>
            </a:extLst>
          </p:cNvPr>
          <p:cNvSpPr txBox="1">
            <a:spLocks/>
          </p:cNvSpPr>
          <p:nvPr/>
        </p:nvSpPr>
        <p:spPr>
          <a:xfrm>
            <a:off x="9277027" y="6356350"/>
            <a:ext cx="2743200" cy="365125"/>
          </a:xfrm>
          <a:prstGeom prst="rect">
            <a:avLst/>
          </a:prstGeom>
        </p:spPr>
        <p:txBody>
          <a:bodyPr vert="horz" lIns="91440" tIns="45720" rIns="91440" bIns="45720" rtlCol="0" anchor="ctr"/>
          <a:lstStyle>
            <a:defPPr>
              <a:defRPr lang="ru-RU"/>
            </a:defPPr>
            <a:lvl1pPr marL="0" algn="r"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85BAB0-D13B-874F-9DE7-A80C7C7F2597}" type="slidenum">
              <a:rPr kumimoji="0" lang="ru-RU"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83497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36E2B049-49BC-5B1C-7285-D1A9CC48A755}"/>
              </a:ext>
            </a:extLst>
          </p:cNvPr>
          <p:cNvSpPr/>
          <p:nvPr/>
        </p:nvSpPr>
        <p:spPr>
          <a:xfrm>
            <a:off x="4406633" y="1939345"/>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3" name="Скругленный прямоугольник 2">
            <a:extLst>
              <a:ext uri="{FF2B5EF4-FFF2-40B4-BE49-F238E27FC236}">
                <a16:creationId xmlns:a16="http://schemas.microsoft.com/office/drawing/2014/main" id="{F7B5D437-594F-5F9C-BB57-0DA770E3E230}"/>
              </a:ext>
            </a:extLst>
          </p:cNvPr>
          <p:cNvSpPr/>
          <p:nvPr/>
        </p:nvSpPr>
        <p:spPr>
          <a:xfrm>
            <a:off x="1160036" y="4139787"/>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24" name="Скругленный прямоугольник 23">
            <a:extLst>
              <a:ext uri="{FF2B5EF4-FFF2-40B4-BE49-F238E27FC236}">
                <a16:creationId xmlns:a16="http://schemas.microsoft.com/office/drawing/2014/main" id="{069971F0-B975-EF65-F0F3-739F67A13DED}"/>
              </a:ext>
            </a:extLst>
          </p:cNvPr>
          <p:cNvSpPr/>
          <p:nvPr/>
        </p:nvSpPr>
        <p:spPr>
          <a:xfrm>
            <a:off x="4413277" y="4139787"/>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25" name="Скругленный прямоугольник 24">
            <a:extLst>
              <a:ext uri="{FF2B5EF4-FFF2-40B4-BE49-F238E27FC236}">
                <a16:creationId xmlns:a16="http://schemas.microsoft.com/office/drawing/2014/main" id="{F46E1C2D-BBAE-CDBA-F035-4CBB3665672F}"/>
              </a:ext>
            </a:extLst>
          </p:cNvPr>
          <p:cNvSpPr/>
          <p:nvPr/>
        </p:nvSpPr>
        <p:spPr>
          <a:xfrm>
            <a:off x="1160036" y="1939345"/>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27" name="Скругленный прямоугольник 26">
            <a:extLst>
              <a:ext uri="{FF2B5EF4-FFF2-40B4-BE49-F238E27FC236}">
                <a16:creationId xmlns:a16="http://schemas.microsoft.com/office/drawing/2014/main" id="{FF7F4BF0-2C78-C1B1-B697-7B1D89BCA232}"/>
              </a:ext>
            </a:extLst>
          </p:cNvPr>
          <p:cNvSpPr/>
          <p:nvPr/>
        </p:nvSpPr>
        <p:spPr>
          <a:xfrm>
            <a:off x="7659470" y="4055505"/>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29" name="Скругленный прямоугольник 28">
            <a:extLst>
              <a:ext uri="{FF2B5EF4-FFF2-40B4-BE49-F238E27FC236}">
                <a16:creationId xmlns:a16="http://schemas.microsoft.com/office/drawing/2014/main" id="{F3205836-9C71-5E88-A104-C4514EB5C2FE}"/>
              </a:ext>
            </a:extLst>
          </p:cNvPr>
          <p:cNvSpPr/>
          <p:nvPr/>
        </p:nvSpPr>
        <p:spPr>
          <a:xfrm>
            <a:off x="7659470" y="1855063"/>
            <a:ext cx="3012758" cy="1829350"/>
          </a:xfrm>
          <a:prstGeom prst="roundRect">
            <a:avLst>
              <a:gd name="adj" fmla="val 11411"/>
            </a:avLst>
          </a:prstGeom>
          <a:solidFill>
            <a:srgbClr val="F8F8F8"/>
          </a:solidFill>
          <a:ln w="3175" cap="flat" cmpd="sng" algn="ctr">
            <a:solidFill>
              <a:srgbClr val="FFFFFF">
                <a:lumMod val="95000"/>
              </a:srgbClr>
            </a:solidFill>
            <a:prstDash val="solid"/>
            <a:miter lim="800000"/>
          </a:ln>
          <a:effectLst>
            <a:outerShdw blurRad="50800" dist="38100" dir="5400000" algn="t" rotWithShape="0">
              <a:prstClr val="black">
                <a:alpha val="18719"/>
              </a:prstClr>
            </a:outerShdw>
          </a:effectLst>
        </p:spPr>
        <p:txBody>
          <a:bodyPr rtlCol="0" anchor="ctr"/>
          <a:lstStyle/>
          <a:p>
            <a:pPr algn="ctr">
              <a:defRPr/>
            </a:pPr>
            <a:endParaRPr lang="ru-RU" kern="0" dirty="0">
              <a:solidFill>
                <a:srgbClr val="FFFFFF"/>
              </a:solidFill>
              <a:cs typeface="Arial"/>
              <a:sym typeface="Arial"/>
            </a:endParaRPr>
          </a:p>
        </p:txBody>
      </p:sp>
      <p:sp>
        <p:nvSpPr>
          <p:cNvPr id="4" name="Заголовок 3">
            <a:extLst>
              <a:ext uri="{FF2B5EF4-FFF2-40B4-BE49-F238E27FC236}">
                <a16:creationId xmlns:a16="http://schemas.microsoft.com/office/drawing/2014/main" id="{3A3648A2-BC09-839E-E797-26B0B1B5088D}"/>
              </a:ext>
            </a:extLst>
          </p:cNvPr>
          <p:cNvSpPr>
            <a:spLocks noGrp="1"/>
          </p:cNvSpPr>
          <p:nvPr>
            <p:ph type="ctrTitle"/>
          </p:nvPr>
        </p:nvSpPr>
        <p:spPr>
          <a:xfrm>
            <a:off x="1118828" y="741624"/>
            <a:ext cx="9954343" cy="1068685"/>
          </a:xfrm>
        </p:spPr>
        <p:txBody>
          <a:bodyPr/>
          <a:lstStyle/>
          <a:p>
            <a:r>
              <a:rPr lang="ru-RU" sz="4000" dirty="0"/>
              <a:t>Цифры проекта</a:t>
            </a:r>
          </a:p>
        </p:txBody>
      </p:sp>
      <p:sp>
        <p:nvSpPr>
          <p:cNvPr id="5" name="TextBox 29">
            <a:extLst>
              <a:ext uri="{FF2B5EF4-FFF2-40B4-BE49-F238E27FC236}">
                <a16:creationId xmlns:a16="http://schemas.microsoft.com/office/drawing/2014/main" id="{557B9DA8-640C-55BF-B381-C1EC971A72C7}"/>
              </a:ext>
            </a:extLst>
          </p:cNvPr>
          <p:cNvSpPr txBox="1"/>
          <p:nvPr/>
        </p:nvSpPr>
        <p:spPr>
          <a:xfrm>
            <a:off x="1411265" y="2296611"/>
            <a:ext cx="1024319"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rPr>
              <a:t>800</a:t>
            </a:r>
          </a:p>
        </p:txBody>
      </p:sp>
      <p:sp>
        <p:nvSpPr>
          <p:cNvPr id="6" name="TextBox 4">
            <a:extLst>
              <a:ext uri="{FF2B5EF4-FFF2-40B4-BE49-F238E27FC236}">
                <a16:creationId xmlns:a16="http://schemas.microsoft.com/office/drawing/2014/main" id="{0E5B40F6-733E-A064-782E-93A74E0974D0}"/>
              </a:ext>
            </a:extLst>
          </p:cNvPr>
          <p:cNvSpPr txBox="1"/>
          <p:nvPr/>
        </p:nvSpPr>
        <p:spPr>
          <a:xfrm>
            <a:off x="1411265" y="3023890"/>
            <a:ext cx="1809750" cy="26827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Playing users</a:t>
            </a:r>
          </a:p>
        </p:txBody>
      </p:sp>
      <p:sp>
        <p:nvSpPr>
          <p:cNvPr id="7" name="TextBox 29">
            <a:extLst>
              <a:ext uri="{FF2B5EF4-FFF2-40B4-BE49-F238E27FC236}">
                <a16:creationId xmlns:a16="http://schemas.microsoft.com/office/drawing/2014/main" id="{7B076411-1D7F-2EF4-8CAA-81D5526A1C9E}"/>
              </a:ext>
            </a:extLst>
          </p:cNvPr>
          <p:cNvSpPr txBox="1"/>
          <p:nvPr/>
        </p:nvSpPr>
        <p:spPr>
          <a:xfrm>
            <a:off x="1411265" y="4409801"/>
            <a:ext cx="2561599"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rPr>
              <a:t>$150,000</a:t>
            </a:r>
          </a:p>
        </p:txBody>
      </p:sp>
      <p:sp>
        <p:nvSpPr>
          <p:cNvPr id="8" name="TextBox 4">
            <a:extLst>
              <a:ext uri="{FF2B5EF4-FFF2-40B4-BE49-F238E27FC236}">
                <a16:creationId xmlns:a16="http://schemas.microsoft.com/office/drawing/2014/main" id="{43553AFE-85E8-1DDF-A5A4-00FEB27F47E0}"/>
              </a:ext>
            </a:extLst>
          </p:cNvPr>
          <p:cNvSpPr txBox="1"/>
          <p:nvPr/>
        </p:nvSpPr>
        <p:spPr>
          <a:xfrm>
            <a:off x="1411265" y="5137080"/>
            <a:ext cx="2455862" cy="26827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Monthly recurring Revenue</a:t>
            </a:r>
          </a:p>
        </p:txBody>
      </p:sp>
      <p:sp>
        <p:nvSpPr>
          <p:cNvPr id="9" name="TextBox 29">
            <a:extLst>
              <a:ext uri="{FF2B5EF4-FFF2-40B4-BE49-F238E27FC236}">
                <a16:creationId xmlns:a16="http://schemas.microsoft.com/office/drawing/2014/main" id="{A7BE85A5-2BD2-9037-0049-E03E1243FFED}"/>
              </a:ext>
            </a:extLst>
          </p:cNvPr>
          <p:cNvSpPr txBox="1"/>
          <p:nvPr/>
        </p:nvSpPr>
        <p:spPr>
          <a:xfrm>
            <a:off x="4690708" y="2296611"/>
            <a:ext cx="1195840"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rPr>
              <a:t>97%</a:t>
            </a:r>
          </a:p>
        </p:txBody>
      </p:sp>
      <p:sp>
        <p:nvSpPr>
          <p:cNvPr id="10" name="TextBox 4">
            <a:extLst>
              <a:ext uri="{FF2B5EF4-FFF2-40B4-BE49-F238E27FC236}">
                <a16:creationId xmlns:a16="http://schemas.microsoft.com/office/drawing/2014/main" id="{568FD407-B485-7962-2A1B-6E5DCD49E453}"/>
              </a:ext>
            </a:extLst>
          </p:cNvPr>
          <p:cNvSpPr txBox="1"/>
          <p:nvPr/>
        </p:nvSpPr>
        <p:spPr>
          <a:xfrm>
            <a:off x="4690708" y="3023890"/>
            <a:ext cx="1809750" cy="26827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Margin</a:t>
            </a:r>
          </a:p>
        </p:txBody>
      </p:sp>
      <p:sp>
        <p:nvSpPr>
          <p:cNvPr id="11" name="TextBox 29">
            <a:extLst>
              <a:ext uri="{FF2B5EF4-FFF2-40B4-BE49-F238E27FC236}">
                <a16:creationId xmlns:a16="http://schemas.microsoft.com/office/drawing/2014/main" id="{7AD02C6D-15E0-B33E-4DA5-4BE32E9F886E}"/>
              </a:ext>
            </a:extLst>
          </p:cNvPr>
          <p:cNvSpPr txBox="1"/>
          <p:nvPr/>
        </p:nvSpPr>
        <p:spPr>
          <a:xfrm>
            <a:off x="4690708" y="4409801"/>
            <a:ext cx="1878719"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4000" b="1" dirty="0">
                <a:latin typeface="Arial Black" panose="020B0604020202020204" pitchFamily="34" charset="0"/>
                <a:cs typeface="Arial Black" panose="020B0604020202020204" pitchFamily="34" charset="0"/>
              </a:rPr>
              <a:t>85</a:t>
            </a:r>
            <a:r>
              <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rPr>
              <a:t>,000</a:t>
            </a:r>
          </a:p>
        </p:txBody>
      </p:sp>
      <p:sp>
        <p:nvSpPr>
          <p:cNvPr id="12" name="TextBox 4">
            <a:extLst>
              <a:ext uri="{FF2B5EF4-FFF2-40B4-BE49-F238E27FC236}">
                <a16:creationId xmlns:a16="http://schemas.microsoft.com/office/drawing/2014/main" id="{99E226B1-54B1-B196-FCB6-B58135F2B4DC}"/>
              </a:ext>
            </a:extLst>
          </p:cNvPr>
          <p:cNvSpPr txBox="1"/>
          <p:nvPr/>
        </p:nvSpPr>
        <p:spPr>
          <a:xfrm>
            <a:off x="4690708" y="5137080"/>
            <a:ext cx="2455862" cy="56374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Users growing 45% </a:t>
            </a:r>
            <a:r>
              <a:rPr lang="en-US" sz="1600" dirty="0">
                <a:latin typeface="Arial" panose="020B0604020202020204" pitchFamily="34" charset="0"/>
                <a:cs typeface="Arial" panose="020B0604020202020204" pitchFamily="34" charset="0"/>
              </a:rPr>
              <a:t>per month</a:t>
            </a:r>
            <a:endPar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endParaRPr>
          </a:p>
        </p:txBody>
      </p:sp>
      <p:sp>
        <p:nvSpPr>
          <p:cNvPr id="13" name="TextBox 29">
            <a:extLst>
              <a:ext uri="{FF2B5EF4-FFF2-40B4-BE49-F238E27FC236}">
                <a16:creationId xmlns:a16="http://schemas.microsoft.com/office/drawing/2014/main" id="{D9307297-059E-8854-ABF7-5E046D1ABA94}"/>
              </a:ext>
            </a:extLst>
          </p:cNvPr>
          <p:cNvSpPr txBox="1"/>
          <p:nvPr/>
        </p:nvSpPr>
        <p:spPr>
          <a:xfrm>
            <a:off x="7999222" y="2296611"/>
            <a:ext cx="1195840"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rPr>
              <a:t>94%</a:t>
            </a:r>
          </a:p>
        </p:txBody>
      </p:sp>
      <p:sp>
        <p:nvSpPr>
          <p:cNvPr id="14" name="TextBox 4">
            <a:extLst>
              <a:ext uri="{FF2B5EF4-FFF2-40B4-BE49-F238E27FC236}">
                <a16:creationId xmlns:a16="http://schemas.microsoft.com/office/drawing/2014/main" id="{6559340B-EDB4-2942-1572-8357CC5BC71C}"/>
              </a:ext>
            </a:extLst>
          </p:cNvPr>
          <p:cNvSpPr txBox="1"/>
          <p:nvPr/>
        </p:nvSpPr>
        <p:spPr>
          <a:xfrm>
            <a:off x="7999222" y="3023890"/>
            <a:ext cx="1809750" cy="26827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Recurring users</a:t>
            </a:r>
          </a:p>
        </p:txBody>
      </p:sp>
      <p:sp>
        <p:nvSpPr>
          <p:cNvPr id="15" name="TextBox 29">
            <a:extLst>
              <a:ext uri="{FF2B5EF4-FFF2-40B4-BE49-F238E27FC236}">
                <a16:creationId xmlns:a16="http://schemas.microsoft.com/office/drawing/2014/main" id="{42FC06D6-EFB3-F5DD-26E1-E30AF2BC7875}"/>
              </a:ext>
            </a:extLst>
          </p:cNvPr>
          <p:cNvSpPr txBox="1"/>
          <p:nvPr/>
        </p:nvSpPr>
        <p:spPr>
          <a:xfrm>
            <a:off x="7999222" y="4409801"/>
            <a:ext cx="682879" cy="642997"/>
          </a:xfrm>
          <a:prstGeom prst="rect">
            <a:avLst/>
          </a:prstGeom>
          <a:noFill/>
        </p:spPr>
        <p:txBody>
          <a:bodyPr wrap="none" lIns="0" tIns="0" rIns="0" bIns="0" rtlCol="0" anchor="b">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4000" b="1" dirty="0">
                <a:latin typeface="Arial Black" panose="020B0604020202020204" pitchFamily="34" charset="0"/>
                <a:cs typeface="Arial Black" panose="020B0604020202020204" pitchFamily="34" charset="0"/>
              </a:rPr>
              <a:t>54</a:t>
            </a:r>
            <a:endParaRPr kumimoji="0" lang="en-US" sz="4000" b="1" u="none" strike="noStrike" kern="1200" cap="none" spc="0" normalizeH="0" baseline="0" noProof="0" dirty="0">
              <a:ln>
                <a:noFill/>
              </a:ln>
              <a:effectLst/>
              <a:uLnTx/>
              <a:uFillTx/>
              <a:latin typeface="Arial Black" panose="020B0604020202020204" pitchFamily="34" charset="0"/>
              <a:cs typeface="Arial Black" panose="020B0604020202020204" pitchFamily="34" charset="0"/>
            </a:endParaRPr>
          </a:p>
        </p:txBody>
      </p:sp>
      <p:sp>
        <p:nvSpPr>
          <p:cNvPr id="16" name="TextBox 4">
            <a:extLst>
              <a:ext uri="{FF2B5EF4-FFF2-40B4-BE49-F238E27FC236}">
                <a16:creationId xmlns:a16="http://schemas.microsoft.com/office/drawing/2014/main" id="{DAFA43B3-CCF8-9354-11EF-7CD2B889AEE4}"/>
              </a:ext>
            </a:extLst>
          </p:cNvPr>
          <p:cNvSpPr txBox="1"/>
          <p:nvPr/>
        </p:nvSpPr>
        <p:spPr>
          <a:xfrm>
            <a:off x="7999222" y="5137080"/>
            <a:ext cx="2019171" cy="26827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u="none" strike="noStrike" kern="1200" cap="none" normalizeH="0" baseline="0" noProof="0" dirty="0">
                <a:ln>
                  <a:noFill/>
                </a:ln>
                <a:effectLst/>
                <a:uLnTx/>
                <a:uFillTx/>
                <a:latin typeface="Arial" panose="020B0604020202020204" pitchFamily="34" charset="0"/>
                <a:cs typeface="Arial" panose="020B0604020202020204" pitchFamily="34" charset="0"/>
              </a:rPr>
              <a:t>API integration</a:t>
            </a:r>
          </a:p>
        </p:txBody>
      </p:sp>
      <p:sp>
        <p:nvSpPr>
          <p:cNvPr id="17" name="Rectangle 1">
            <a:extLst>
              <a:ext uri="{FF2B5EF4-FFF2-40B4-BE49-F238E27FC236}">
                <a16:creationId xmlns:a16="http://schemas.microsoft.com/office/drawing/2014/main" id="{009CA18F-A987-ABFA-2891-E2195A038E2C}"/>
              </a:ext>
            </a:extLst>
          </p:cNvPr>
          <p:cNvSpPr/>
          <p:nvPr/>
        </p:nvSpPr>
        <p:spPr>
          <a:xfrm>
            <a:off x="1411265" y="3416345"/>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18" name="Rectangle 24">
            <a:extLst>
              <a:ext uri="{FF2B5EF4-FFF2-40B4-BE49-F238E27FC236}">
                <a16:creationId xmlns:a16="http://schemas.microsoft.com/office/drawing/2014/main" id="{F6E99487-FE48-33A3-D8FF-43D46EC8A2B4}"/>
              </a:ext>
            </a:extLst>
          </p:cNvPr>
          <p:cNvSpPr/>
          <p:nvPr/>
        </p:nvSpPr>
        <p:spPr>
          <a:xfrm>
            <a:off x="4690708" y="3416345"/>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19" name="Rectangle 25">
            <a:extLst>
              <a:ext uri="{FF2B5EF4-FFF2-40B4-BE49-F238E27FC236}">
                <a16:creationId xmlns:a16="http://schemas.microsoft.com/office/drawing/2014/main" id="{2A07F2C7-501A-DF77-6D54-73094D432B59}"/>
              </a:ext>
            </a:extLst>
          </p:cNvPr>
          <p:cNvSpPr/>
          <p:nvPr/>
        </p:nvSpPr>
        <p:spPr>
          <a:xfrm>
            <a:off x="7999222" y="3416345"/>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20" name="Rectangle 26">
            <a:extLst>
              <a:ext uri="{FF2B5EF4-FFF2-40B4-BE49-F238E27FC236}">
                <a16:creationId xmlns:a16="http://schemas.microsoft.com/office/drawing/2014/main" id="{5DE61FA0-CD7B-41F6-937E-9DC8EED08BCC}"/>
              </a:ext>
            </a:extLst>
          </p:cNvPr>
          <p:cNvSpPr/>
          <p:nvPr/>
        </p:nvSpPr>
        <p:spPr>
          <a:xfrm>
            <a:off x="1411265" y="5534978"/>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21" name="Rectangle 27">
            <a:extLst>
              <a:ext uri="{FF2B5EF4-FFF2-40B4-BE49-F238E27FC236}">
                <a16:creationId xmlns:a16="http://schemas.microsoft.com/office/drawing/2014/main" id="{E181FDE4-0125-CCF9-E8C4-39A97776A030}"/>
              </a:ext>
            </a:extLst>
          </p:cNvPr>
          <p:cNvSpPr/>
          <p:nvPr/>
        </p:nvSpPr>
        <p:spPr>
          <a:xfrm>
            <a:off x="4690708" y="5534978"/>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22" name="Rectangle 28">
            <a:extLst>
              <a:ext uri="{FF2B5EF4-FFF2-40B4-BE49-F238E27FC236}">
                <a16:creationId xmlns:a16="http://schemas.microsoft.com/office/drawing/2014/main" id="{513C5890-3537-DD2C-7F87-0FC3AE644666}"/>
              </a:ext>
            </a:extLst>
          </p:cNvPr>
          <p:cNvSpPr/>
          <p:nvPr/>
        </p:nvSpPr>
        <p:spPr>
          <a:xfrm>
            <a:off x="7999222" y="5534978"/>
            <a:ext cx="180000" cy="1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b="1">
              <a:latin typeface="Arial Black" panose="020B0604020202020204" pitchFamily="34" charset="0"/>
              <a:cs typeface="Arial Black" panose="020B0604020202020204" pitchFamily="34" charset="0"/>
            </a:endParaRPr>
          </a:p>
        </p:txBody>
      </p:sp>
      <p:sp>
        <p:nvSpPr>
          <p:cNvPr id="23" name="Номер слайда 9">
            <a:extLst>
              <a:ext uri="{FF2B5EF4-FFF2-40B4-BE49-F238E27FC236}">
                <a16:creationId xmlns:a16="http://schemas.microsoft.com/office/drawing/2014/main" id="{FB6588D2-813D-E305-2C86-951C6B286685}"/>
              </a:ext>
            </a:extLst>
          </p:cNvPr>
          <p:cNvSpPr txBox="1">
            <a:spLocks/>
          </p:cNvSpPr>
          <p:nvPr/>
        </p:nvSpPr>
        <p:spPr>
          <a:xfrm>
            <a:off x="9277027" y="6356350"/>
            <a:ext cx="2743200" cy="365125"/>
          </a:xfrm>
          <a:prstGeom prst="rect">
            <a:avLst/>
          </a:prstGeom>
        </p:spPr>
        <p:txBody>
          <a:bodyPr vert="horz" lIns="91440" tIns="45720" rIns="91440" bIns="45720" rtlCol="0" anchor="ctr"/>
          <a:lstStyle>
            <a:defPPr>
              <a:defRPr lang="ru-RU"/>
            </a:defPPr>
            <a:lvl1pPr marL="0" algn="r"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85BAB0-D13B-874F-9DE7-A80C7C7F2597}" type="slidenum">
              <a:rPr kumimoji="0" lang="ru-RU"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2570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528D96B1-A8C7-9C99-9146-657A3DC6FF90}"/>
              </a:ext>
            </a:extLst>
          </p:cNvPr>
          <p:cNvSpPr>
            <a:spLocks/>
          </p:cNvSpPr>
          <p:nvPr/>
        </p:nvSpPr>
        <p:spPr bwMode="auto">
          <a:xfrm>
            <a:off x="8187942" y="1785580"/>
            <a:ext cx="1615641" cy="1833215"/>
          </a:xfrm>
          <a:custGeom>
            <a:avLst/>
            <a:gdLst>
              <a:gd name="T0" fmla="*/ 2546 w 3154"/>
              <a:gd name="T1" fmla="*/ 3154 h 3580"/>
              <a:gd name="T2" fmla="*/ 3154 w 3154"/>
              <a:gd name="T3" fmla="*/ 3154 h 3580"/>
              <a:gd name="T4" fmla="*/ 2379 w 3154"/>
              <a:gd name="T5" fmla="*/ 1084 h 3580"/>
              <a:gd name="T6" fmla="*/ 2410 w 3154"/>
              <a:gd name="T7" fmla="*/ 1013 h 3580"/>
              <a:gd name="T8" fmla="*/ 2600 w 3154"/>
              <a:gd name="T9" fmla="*/ 929 h 3580"/>
              <a:gd name="T10" fmla="*/ 2600 w 3154"/>
              <a:gd name="T11" fmla="*/ 666 h 3580"/>
              <a:gd name="T12" fmla="*/ 2337 w 3154"/>
              <a:gd name="T13" fmla="*/ 666 h 3580"/>
              <a:gd name="T14" fmla="*/ 2253 w 3154"/>
              <a:gd name="T15" fmla="*/ 856 h 3580"/>
              <a:gd name="T16" fmla="*/ 2191 w 3154"/>
              <a:gd name="T17" fmla="*/ 886 h 3580"/>
              <a:gd name="T18" fmla="*/ 0 w 3154"/>
              <a:gd name="T19" fmla="*/ 0 h 3580"/>
              <a:gd name="T20" fmla="*/ 0 w 3154"/>
              <a:gd name="T21" fmla="*/ 541 h 3580"/>
              <a:gd name="T22" fmla="*/ 70 w 3154"/>
              <a:gd name="T23" fmla="*/ 568 h 3580"/>
              <a:gd name="T24" fmla="*/ 264 w 3154"/>
              <a:gd name="T25" fmla="*/ 493 h 3580"/>
              <a:gd name="T26" fmla="*/ 450 w 3154"/>
              <a:gd name="T27" fmla="*/ 679 h 3580"/>
              <a:gd name="T28" fmla="*/ 264 w 3154"/>
              <a:gd name="T29" fmla="*/ 865 h 3580"/>
              <a:gd name="T30" fmla="*/ 70 w 3154"/>
              <a:gd name="T31" fmla="*/ 789 h 3580"/>
              <a:gd name="T32" fmla="*/ 0 w 3154"/>
              <a:gd name="T33" fmla="*/ 816 h 3580"/>
              <a:gd name="T34" fmla="*/ 0 w 3154"/>
              <a:gd name="T35" fmla="*/ 1375 h 3580"/>
              <a:gd name="T36" fmla="*/ 1779 w 3154"/>
              <a:gd name="T37" fmla="*/ 3154 h 3580"/>
              <a:gd name="T38" fmla="*/ 2303 w 3154"/>
              <a:gd name="T39" fmla="*/ 3154 h 3580"/>
              <a:gd name="T40" fmla="*/ 2314 w 3154"/>
              <a:gd name="T41" fmla="*/ 3200 h 3580"/>
              <a:gd name="T42" fmla="*/ 2239 w 3154"/>
              <a:gd name="T43" fmla="*/ 3394 h 3580"/>
              <a:gd name="T44" fmla="*/ 2425 w 3154"/>
              <a:gd name="T45" fmla="*/ 3580 h 3580"/>
              <a:gd name="T46" fmla="*/ 2611 w 3154"/>
              <a:gd name="T47" fmla="*/ 3394 h 3580"/>
              <a:gd name="T48" fmla="*/ 2535 w 3154"/>
              <a:gd name="T49" fmla="*/ 3200 h 3580"/>
              <a:gd name="T50" fmla="*/ 2546 w 3154"/>
              <a:gd name="T51" fmla="*/ 3154 h 3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54" h="3580">
                <a:moveTo>
                  <a:pt x="2546" y="3154"/>
                </a:moveTo>
                <a:cubicBezTo>
                  <a:pt x="3154" y="3154"/>
                  <a:pt x="3154" y="3154"/>
                  <a:pt x="3154" y="3154"/>
                </a:cubicBezTo>
                <a:cubicBezTo>
                  <a:pt x="3154" y="2362"/>
                  <a:pt x="2861" y="1638"/>
                  <a:pt x="2379" y="1084"/>
                </a:cubicBezTo>
                <a:cubicBezTo>
                  <a:pt x="2380" y="1058"/>
                  <a:pt x="2390" y="1033"/>
                  <a:pt x="2410" y="1013"/>
                </a:cubicBezTo>
                <a:cubicBezTo>
                  <a:pt x="2453" y="970"/>
                  <a:pt x="2531" y="998"/>
                  <a:pt x="2600" y="929"/>
                </a:cubicBezTo>
                <a:cubicBezTo>
                  <a:pt x="2673" y="856"/>
                  <a:pt x="2673" y="739"/>
                  <a:pt x="2600" y="666"/>
                </a:cubicBezTo>
                <a:cubicBezTo>
                  <a:pt x="2527" y="593"/>
                  <a:pt x="2409" y="593"/>
                  <a:pt x="2337" y="666"/>
                </a:cubicBezTo>
                <a:cubicBezTo>
                  <a:pt x="2261" y="742"/>
                  <a:pt x="2306" y="804"/>
                  <a:pt x="2253" y="856"/>
                </a:cubicBezTo>
                <a:cubicBezTo>
                  <a:pt x="2236" y="874"/>
                  <a:pt x="2214" y="884"/>
                  <a:pt x="2191" y="886"/>
                </a:cubicBezTo>
                <a:cubicBezTo>
                  <a:pt x="1624" y="338"/>
                  <a:pt x="851" y="0"/>
                  <a:pt x="0" y="0"/>
                </a:cubicBezTo>
                <a:cubicBezTo>
                  <a:pt x="0" y="541"/>
                  <a:pt x="0" y="541"/>
                  <a:pt x="0" y="541"/>
                </a:cubicBezTo>
                <a:cubicBezTo>
                  <a:pt x="19" y="558"/>
                  <a:pt x="43" y="568"/>
                  <a:pt x="70" y="568"/>
                </a:cubicBezTo>
                <a:cubicBezTo>
                  <a:pt x="144" y="568"/>
                  <a:pt x="156" y="493"/>
                  <a:pt x="264" y="493"/>
                </a:cubicBezTo>
                <a:cubicBezTo>
                  <a:pt x="366" y="493"/>
                  <a:pt x="450" y="576"/>
                  <a:pt x="450" y="679"/>
                </a:cubicBezTo>
                <a:cubicBezTo>
                  <a:pt x="450" y="781"/>
                  <a:pt x="366" y="865"/>
                  <a:pt x="264" y="865"/>
                </a:cubicBezTo>
                <a:cubicBezTo>
                  <a:pt x="166" y="865"/>
                  <a:pt x="131" y="789"/>
                  <a:pt x="70" y="789"/>
                </a:cubicBezTo>
                <a:cubicBezTo>
                  <a:pt x="43" y="789"/>
                  <a:pt x="19" y="800"/>
                  <a:pt x="0" y="816"/>
                </a:cubicBezTo>
                <a:cubicBezTo>
                  <a:pt x="0" y="1375"/>
                  <a:pt x="0" y="1375"/>
                  <a:pt x="0" y="1375"/>
                </a:cubicBezTo>
                <a:cubicBezTo>
                  <a:pt x="983" y="1375"/>
                  <a:pt x="1779" y="2171"/>
                  <a:pt x="1779" y="3154"/>
                </a:cubicBezTo>
                <a:cubicBezTo>
                  <a:pt x="2303" y="3154"/>
                  <a:pt x="2303" y="3154"/>
                  <a:pt x="2303" y="3154"/>
                </a:cubicBezTo>
                <a:cubicBezTo>
                  <a:pt x="2310" y="3168"/>
                  <a:pt x="2314" y="3183"/>
                  <a:pt x="2314" y="3200"/>
                </a:cubicBezTo>
                <a:cubicBezTo>
                  <a:pt x="2314" y="3261"/>
                  <a:pt x="2239" y="3296"/>
                  <a:pt x="2239" y="3394"/>
                </a:cubicBezTo>
                <a:cubicBezTo>
                  <a:pt x="2239" y="3496"/>
                  <a:pt x="2322" y="3580"/>
                  <a:pt x="2425" y="3580"/>
                </a:cubicBezTo>
                <a:cubicBezTo>
                  <a:pt x="2528" y="3580"/>
                  <a:pt x="2611" y="3496"/>
                  <a:pt x="2611" y="3394"/>
                </a:cubicBezTo>
                <a:cubicBezTo>
                  <a:pt x="2611" y="3286"/>
                  <a:pt x="2535" y="3274"/>
                  <a:pt x="2535" y="3200"/>
                </a:cubicBezTo>
                <a:cubicBezTo>
                  <a:pt x="2535" y="3183"/>
                  <a:pt x="2539" y="3168"/>
                  <a:pt x="2546" y="3154"/>
                </a:cubicBezTo>
                <a:close/>
              </a:path>
            </a:pathLst>
          </a:custGeom>
          <a:noFill/>
          <a:ln>
            <a:gradFill>
              <a:gsLst>
                <a:gs pos="0">
                  <a:srgbClr val="CA1A69"/>
                </a:gs>
                <a:gs pos="83000">
                  <a:srgbClr val="C83846"/>
                </a:gs>
                <a:gs pos="100000">
                  <a:srgbClr val="DF5653"/>
                </a:gs>
              </a:gsLst>
              <a:lin ang="5400000" scaled="1"/>
            </a:gradFill>
          </a:ln>
        </p:spPr>
        <p:txBody>
          <a:bodyPr vert="horz" wrap="square" lIns="45720" tIns="22860" rIns="45720" bIns="22860" numCol="1" anchor="t" anchorCtr="0" compatLnSpc="1">
            <a:prstTxWarp prst="textNoShape">
              <a:avLst/>
            </a:prstTxWarp>
          </a:bodyPr>
          <a:lstStyle/>
          <a:p>
            <a:pPr>
              <a:defRPr/>
            </a:pPr>
            <a:endParaRPr lang="en-US" dirty="0">
              <a:solidFill>
                <a:srgbClr val="000000"/>
              </a:solidFill>
              <a:latin typeface="Arial" panose="020B0604020202020204" pitchFamily="34" charset="0"/>
              <a:cs typeface="Arial"/>
              <a:sym typeface="Arial"/>
            </a:endParaRPr>
          </a:p>
        </p:txBody>
      </p:sp>
      <p:sp>
        <p:nvSpPr>
          <p:cNvPr id="5" name="Freeform 6">
            <a:extLst>
              <a:ext uri="{FF2B5EF4-FFF2-40B4-BE49-F238E27FC236}">
                <a16:creationId xmlns:a16="http://schemas.microsoft.com/office/drawing/2014/main" id="{A0D2DD7E-C55D-A8A8-EAF4-EAA9F299D2AB}"/>
              </a:ext>
            </a:extLst>
          </p:cNvPr>
          <p:cNvSpPr>
            <a:spLocks/>
          </p:cNvSpPr>
          <p:nvPr/>
        </p:nvSpPr>
        <p:spPr bwMode="auto">
          <a:xfrm>
            <a:off x="7959009" y="3401220"/>
            <a:ext cx="1844574" cy="1614767"/>
          </a:xfrm>
          <a:custGeom>
            <a:avLst/>
            <a:gdLst>
              <a:gd name="T0" fmla="*/ 2857 w 3601"/>
              <a:gd name="T1" fmla="*/ 2137 h 3153"/>
              <a:gd name="T2" fmla="*/ 2826 w 3601"/>
              <a:gd name="T3" fmla="*/ 2070 h 3153"/>
              <a:gd name="T4" fmla="*/ 3601 w 3601"/>
              <a:gd name="T5" fmla="*/ 0 h 3153"/>
              <a:gd name="T6" fmla="*/ 2993 w 3601"/>
              <a:gd name="T7" fmla="*/ 0 h 3153"/>
              <a:gd name="T8" fmla="*/ 2982 w 3601"/>
              <a:gd name="T9" fmla="*/ 46 h 3153"/>
              <a:gd name="T10" fmla="*/ 3058 w 3601"/>
              <a:gd name="T11" fmla="*/ 240 h 3153"/>
              <a:gd name="T12" fmla="*/ 2872 w 3601"/>
              <a:gd name="T13" fmla="*/ 426 h 3153"/>
              <a:gd name="T14" fmla="*/ 2686 w 3601"/>
              <a:gd name="T15" fmla="*/ 240 h 3153"/>
              <a:gd name="T16" fmla="*/ 2761 w 3601"/>
              <a:gd name="T17" fmla="*/ 46 h 3153"/>
              <a:gd name="T18" fmla="*/ 2750 w 3601"/>
              <a:gd name="T19" fmla="*/ 0 h 3153"/>
              <a:gd name="T20" fmla="*/ 2226 w 3601"/>
              <a:gd name="T21" fmla="*/ 0 h 3153"/>
              <a:gd name="T22" fmla="*/ 447 w 3601"/>
              <a:gd name="T23" fmla="*/ 1779 h 3153"/>
              <a:gd name="T24" fmla="*/ 447 w 3601"/>
              <a:gd name="T25" fmla="*/ 2298 h 3153"/>
              <a:gd name="T26" fmla="*/ 380 w 3601"/>
              <a:gd name="T27" fmla="*/ 2322 h 3153"/>
              <a:gd name="T28" fmla="*/ 186 w 3601"/>
              <a:gd name="T29" fmla="*/ 2246 h 3153"/>
              <a:gd name="T30" fmla="*/ 0 w 3601"/>
              <a:gd name="T31" fmla="*/ 2432 h 3153"/>
              <a:gd name="T32" fmla="*/ 186 w 3601"/>
              <a:gd name="T33" fmla="*/ 2618 h 3153"/>
              <a:gd name="T34" fmla="*/ 380 w 3601"/>
              <a:gd name="T35" fmla="*/ 2543 h 3153"/>
              <a:gd name="T36" fmla="*/ 447 w 3601"/>
              <a:gd name="T37" fmla="*/ 2567 h 3153"/>
              <a:gd name="T38" fmla="*/ 447 w 3601"/>
              <a:gd name="T39" fmla="*/ 3153 h 3153"/>
              <a:gd name="T40" fmla="*/ 2642 w 3601"/>
              <a:gd name="T41" fmla="*/ 2264 h 3153"/>
              <a:gd name="T42" fmla="*/ 2700 w 3601"/>
              <a:gd name="T43" fmla="*/ 2293 h 3153"/>
              <a:gd name="T44" fmla="*/ 2784 w 3601"/>
              <a:gd name="T45" fmla="*/ 2483 h 3153"/>
              <a:gd name="T46" fmla="*/ 3047 w 3601"/>
              <a:gd name="T47" fmla="*/ 2483 h 3153"/>
              <a:gd name="T48" fmla="*/ 3047 w 3601"/>
              <a:gd name="T49" fmla="*/ 2220 h 3153"/>
              <a:gd name="T50" fmla="*/ 2857 w 3601"/>
              <a:gd name="T51" fmla="*/ 2137 h 3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01" h="3153">
                <a:moveTo>
                  <a:pt x="2857" y="2137"/>
                </a:moveTo>
                <a:cubicBezTo>
                  <a:pt x="2838" y="2118"/>
                  <a:pt x="2828" y="2094"/>
                  <a:pt x="2826" y="2070"/>
                </a:cubicBezTo>
                <a:cubicBezTo>
                  <a:pt x="3308" y="1516"/>
                  <a:pt x="3601" y="792"/>
                  <a:pt x="3601" y="0"/>
                </a:cubicBezTo>
                <a:cubicBezTo>
                  <a:pt x="2993" y="0"/>
                  <a:pt x="2993" y="0"/>
                  <a:pt x="2993" y="0"/>
                </a:cubicBezTo>
                <a:cubicBezTo>
                  <a:pt x="2986" y="14"/>
                  <a:pt x="2982" y="29"/>
                  <a:pt x="2982" y="46"/>
                </a:cubicBezTo>
                <a:cubicBezTo>
                  <a:pt x="2982" y="120"/>
                  <a:pt x="3058" y="132"/>
                  <a:pt x="3058" y="240"/>
                </a:cubicBezTo>
                <a:cubicBezTo>
                  <a:pt x="3058" y="342"/>
                  <a:pt x="2975" y="426"/>
                  <a:pt x="2872" y="426"/>
                </a:cubicBezTo>
                <a:cubicBezTo>
                  <a:pt x="2769" y="426"/>
                  <a:pt x="2686" y="342"/>
                  <a:pt x="2686" y="240"/>
                </a:cubicBezTo>
                <a:cubicBezTo>
                  <a:pt x="2686" y="142"/>
                  <a:pt x="2761" y="107"/>
                  <a:pt x="2761" y="46"/>
                </a:cubicBezTo>
                <a:cubicBezTo>
                  <a:pt x="2761" y="29"/>
                  <a:pt x="2757" y="14"/>
                  <a:pt x="2750" y="0"/>
                </a:cubicBezTo>
                <a:cubicBezTo>
                  <a:pt x="2226" y="0"/>
                  <a:pt x="2226" y="0"/>
                  <a:pt x="2226" y="0"/>
                </a:cubicBezTo>
                <a:cubicBezTo>
                  <a:pt x="2226" y="983"/>
                  <a:pt x="1430" y="1779"/>
                  <a:pt x="447" y="1779"/>
                </a:cubicBezTo>
                <a:cubicBezTo>
                  <a:pt x="447" y="2298"/>
                  <a:pt x="447" y="2298"/>
                  <a:pt x="447" y="2298"/>
                </a:cubicBezTo>
                <a:cubicBezTo>
                  <a:pt x="429" y="2313"/>
                  <a:pt x="406" y="2322"/>
                  <a:pt x="380" y="2322"/>
                </a:cubicBezTo>
                <a:cubicBezTo>
                  <a:pt x="306" y="2322"/>
                  <a:pt x="294" y="2246"/>
                  <a:pt x="186" y="2246"/>
                </a:cubicBezTo>
                <a:cubicBezTo>
                  <a:pt x="84" y="2246"/>
                  <a:pt x="0" y="2330"/>
                  <a:pt x="0" y="2432"/>
                </a:cubicBezTo>
                <a:cubicBezTo>
                  <a:pt x="0" y="2535"/>
                  <a:pt x="84" y="2618"/>
                  <a:pt x="186" y="2618"/>
                </a:cubicBezTo>
                <a:cubicBezTo>
                  <a:pt x="284" y="2618"/>
                  <a:pt x="319" y="2543"/>
                  <a:pt x="380" y="2543"/>
                </a:cubicBezTo>
                <a:cubicBezTo>
                  <a:pt x="406" y="2543"/>
                  <a:pt x="429" y="2552"/>
                  <a:pt x="447" y="2567"/>
                </a:cubicBezTo>
                <a:cubicBezTo>
                  <a:pt x="447" y="3153"/>
                  <a:pt x="447" y="3153"/>
                  <a:pt x="447" y="3153"/>
                </a:cubicBezTo>
                <a:cubicBezTo>
                  <a:pt x="1300" y="3153"/>
                  <a:pt x="2075" y="2814"/>
                  <a:pt x="2642" y="2264"/>
                </a:cubicBezTo>
                <a:cubicBezTo>
                  <a:pt x="2663" y="2267"/>
                  <a:pt x="2684" y="2277"/>
                  <a:pt x="2700" y="2293"/>
                </a:cubicBezTo>
                <a:cubicBezTo>
                  <a:pt x="2753" y="2346"/>
                  <a:pt x="2708" y="2407"/>
                  <a:pt x="2784" y="2483"/>
                </a:cubicBezTo>
                <a:cubicBezTo>
                  <a:pt x="2856" y="2556"/>
                  <a:pt x="2974" y="2556"/>
                  <a:pt x="3047" y="2483"/>
                </a:cubicBezTo>
                <a:cubicBezTo>
                  <a:pt x="3120" y="2411"/>
                  <a:pt x="3120" y="2293"/>
                  <a:pt x="3047" y="2220"/>
                </a:cubicBezTo>
                <a:cubicBezTo>
                  <a:pt x="2978" y="2151"/>
                  <a:pt x="2900" y="2179"/>
                  <a:pt x="2857" y="2137"/>
                </a:cubicBezTo>
                <a:close/>
              </a:path>
            </a:pathLst>
          </a:custGeom>
          <a:noFill/>
          <a:ln>
            <a:gradFill>
              <a:gsLst>
                <a:gs pos="0">
                  <a:srgbClr val="CA1A69"/>
                </a:gs>
                <a:gs pos="83000">
                  <a:srgbClr val="C83846"/>
                </a:gs>
                <a:gs pos="100000">
                  <a:srgbClr val="DF5653"/>
                </a:gs>
              </a:gsLst>
              <a:lin ang="5400000" scaled="1"/>
            </a:gradFill>
          </a:ln>
        </p:spPr>
        <p:txBody>
          <a:bodyPr vert="horz" wrap="square" lIns="45720" tIns="22860" rIns="45720" bIns="22860" numCol="1" anchor="t" anchorCtr="0" compatLnSpc="1">
            <a:prstTxWarp prst="textNoShape">
              <a:avLst/>
            </a:prstTxWarp>
          </a:bodyPr>
          <a:lstStyle/>
          <a:p>
            <a:pPr>
              <a:defRPr/>
            </a:pPr>
            <a:endParaRPr lang="en-US" dirty="0">
              <a:solidFill>
                <a:srgbClr val="000000"/>
              </a:solidFill>
              <a:latin typeface="Arial" panose="020B0604020202020204" pitchFamily="34" charset="0"/>
              <a:cs typeface="Arial"/>
              <a:sym typeface="Arial"/>
            </a:endParaRPr>
          </a:p>
        </p:txBody>
      </p:sp>
      <p:sp>
        <p:nvSpPr>
          <p:cNvPr id="6" name="Freeform 7">
            <a:extLst>
              <a:ext uri="{FF2B5EF4-FFF2-40B4-BE49-F238E27FC236}">
                <a16:creationId xmlns:a16="http://schemas.microsoft.com/office/drawing/2014/main" id="{1314F01B-F829-BB67-1358-CBC9518B55B6}"/>
              </a:ext>
            </a:extLst>
          </p:cNvPr>
          <p:cNvSpPr>
            <a:spLocks/>
          </p:cNvSpPr>
          <p:nvPr/>
        </p:nvSpPr>
        <p:spPr bwMode="auto">
          <a:xfrm>
            <a:off x="6572302" y="3176656"/>
            <a:ext cx="1615641" cy="1839331"/>
          </a:xfrm>
          <a:custGeom>
            <a:avLst/>
            <a:gdLst>
              <a:gd name="T0" fmla="*/ 2893 w 3154"/>
              <a:gd name="T1" fmla="*/ 2684 h 3591"/>
              <a:gd name="T2" fmla="*/ 3087 w 3154"/>
              <a:gd name="T3" fmla="*/ 2760 h 3591"/>
              <a:gd name="T4" fmla="*/ 3154 w 3154"/>
              <a:gd name="T5" fmla="*/ 2736 h 3591"/>
              <a:gd name="T6" fmla="*/ 3154 w 3154"/>
              <a:gd name="T7" fmla="*/ 2217 h 3591"/>
              <a:gd name="T8" fmla="*/ 3154 w 3154"/>
              <a:gd name="T9" fmla="*/ 2217 h 3591"/>
              <a:gd name="T10" fmla="*/ 1375 w 3154"/>
              <a:gd name="T11" fmla="*/ 438 h 3591"/>
              <a:gd name="T12" fmla="*/ 841 w 3154"/>
              <a:gd name="T13" fmla="*/ 438 h 3591"/>
              <a:gd name="T14" fmla="*/ 824 w 3154"/>
              <a:gd name="T15" fmla="*/ 380 h 3591"/>
              <a:gd name="T16" fmla="*/ 899 w 3154"/>
              <a:gd name="T17" fmla="*/ 186 h 3591"/>
              <a:gd name="T18" fmla="*/ 713 w 3154"/>
              <a:gd name="T19" fmla="*/ 0 h 3591"/>
              <a:gd name="T20" fmla="*/ 527 w 3154"/>
              <a:gd name="T21" fmla="*/ 186 h 3591"/>
              <a:gd name="T22" fmla="*/ 602 w 3154"/>
              <a:gd name="T23" fmla="*/ 380 h 3591"/>
              <a:gd name="T24" fmla="*/ 585 w 3154"/>
              <a:gd name="T25" fmla="*/ 438 h 3591"/>
              <a:gd name="T26" fmla="*/ 0 w 3154"/>
              <a:gd name="T27" fmla="*/ 438 h 3591"/>
              <a:gd name="T28" fmla="*/ 789 w 3154"/>
              <a:gd name="T29" fmla="*/ 2524 h 3591"/>
              <a:gd name="T30" fmla="*/ 761 w 3154"/>
              <a:gd name="T31" fmla="*/ 2575 h 3591"/>
              <a:gd name="T32" fmla="*/ 571 w 3154"/>
              <a:gd name="T33" fmla="*/ 2658 h 3591"/>
              <a:gd name="T34" fmla="*/ 571 w 3154"/>
              <a:gd name="T35" fmla="*/ 2921 h 3591"/>
              <a:gd name="T36" fmla="*/ 834 w 3154"/>
              <a:gd name="T37" fmla="*/ 2921 h 3591"/>
              <a:gd name="T38" fmla="*/ 917 w 3154"/>
              <a:gd name="T39" fmla="*/ 2731 h 3591"/>
              <a:gd name="T40" fmla="*/ 962 w 3154"/>
              <a:gd name="T41" fmla="*/ 2705 h 3591"/>
              <a:gd name="T42" fmla="*/ 3154 w 3154"/>
              <a:gd name="T43" fmla="*/ 3591 h 3591"/>
              <a:gd name="T44" fmla="*/ 3154 w 3154"/>
              <a:gd name="T45" fmla="*/ 3005 h 3591"/>
              <a:gd name="T46" fmla="*/ 3087 w 3154"/>
              <a:gd name="T47" fmla="*/ 2981 h 3591"/>
              <a:gd name="T48" fmla="*/ 2893 w 3154"/>
              <a:gd name="T49" fmla="*/ 3056 h 3591"/>
              <a:gd name="T50" fmla="*/ 2707 w 3154"/>
              <a:gd name="T51" fmla="*/ 2870 h 3591"/>
              <a:gd name="T52" fmla="*/ 2893 w 3154"/>
              <a:gd name="T53" fmla="*/ 2684 h 3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54" h="3591">
                <a:moveTo>
                  <a:pt x="2893" y="2684"/>
                </a:moveTo>
                <a:cubicBezTo>
                  <a:pt x="3001" y="2684"/>
                  <a:pt x="3013" y="2760"/>
                  <a:pt x="3087" y="2760"/>
                </a:cubicBezTo>
                <a:cubicBezTo>
                  <a:pt x="3113" y="2760"/>
                  <a:pt x="3136" y="2751"/>
                  <a:pt x="3154" y="2736"/>
                </a:cubicBezTo>
                <a:cubicBezTo>
                  <a:pt x="3154" y="2217"/>
                  <a:pt x="3154" y="2217"/>
                  <a:pt x="3154" y="2217"/>
                </a:cubicBezTo>
                <a:cubicBezTo>
                  <a:pt x="3154" y="2217"/>
                  <a:pt x="3154" y="2217"/>
                  <a:pt x="3154" y="2217"/>
                </a:cubicBezTo>
                <a:cubicBezTo>
                  <a:pt x="2171" y="2217"/>
                  <a:pt x="1375" y="1421"/>
                  <a:pt x="1375" y="438"/>
                </a:cubicBezTo>
                <a:cubicBezTo>
                  <a:pt x="841" y="438"/>
                  <a:pt x="841" y="438"/>
                  <a:pt x="841" y="438"/>
                </a:cubicBezTo>
                <a:cubicBezTo>
                  <a:pt x="830" y="421"/>
                  <a:pt x="824" y="401"/>
                  <a:pt x="824" y="380"/>
                </a:cubicBezTo>
                <a:cubicBezTo>
                  <a:pt x="824" y="306"/>
                  <a:pt x="899" y="294"/>
                  <a:pt x="899" y="186"/>
                </a:cubicBezTo>
                <a:cubicBezTo>
                  <a:pt x="899" y="83"/>
                  <a:pt x="816" y="0"/>
                  <a:pt x="713" y="0"/>
                </a:cubicBezTo>
                <a:cubicBezTo>
                  <a:pt x="610" y="0"/>
                  <a:pt x="527" y="83"/>
                  <a:pt x="527" y="186"/>
                </a:cubicBezTo>
                <a:cubicBezTo>
                  <a:pt x="527" y="284"/>
                  <a:pt x="602" y="319"/>
                  <a:pt x="602" y="380"/>
                </a:cubicBezTo>
                <a:cubicBezTo>
                  <a:pt x="602" y="401"/>
                  <a:pt x="596" y="421"/>
                  <a:pt x="585" y="438"/>
                </a:cubicBezTo>
                <a:cubicBezTo>
                  <a:pt x="0" y="438"/>
                  <a:pt x="0" y="438"/>
                  <a:pt x="0" y="438"/>
                </a:cubicBezTo>
                <a:cubicBezTo>
                  <a:pt x="0" y="1238"/>
                  <a:pt x="298" y="1968"/>
                  <a:pt x="789" y="2524"/>
                </a:cubicBezTo>
                <a:cubicBezTo>
                  <a:pt x="785" y="2542"/>
                  <a:pt x="775" y="2560"/>
                  <a:pt x="761" y="2575"/>
                </a:cubicBezTo>
                <a:cubicBezTo>
                  <a:pt x="718" y="2617"/>
                  <a:pt x="640" y="2589"/>
                  <a:pt x="571" y="2658"/>
                </a:cubicBezTo>
                <a:cubicBezTo>
                  <a:pt x="498" y="2731"/>
                  <a:pt x="498" y="2849"/>
                  <a:pt x="571" y="2921"/>
                </a:cubicBezTo>
                <a:cubicBezTo>
                  <a:pt x="643" y="2994"/>
                  <a:pt x="761" y="2994"/>
                  <a:pt x="834" y="2921"/>
                </a:cubicBezTo>
                <a:cubicBezTo>
                  <a:pt x="910" y="2845"/>
                  <a:pt x="865" y="2784"/>
                  <a:pt x="917" y="2731"/>
                </a:cubicBezTo>
                <a:cubicBezTo>
                  <a:pt x="930" y="2718"/>
                  <a:pt x="946" y="2709"/>
                  <a:pt x="962" y="2705"/>
                </a:cubicBezTo>
                <a:cubicBezTo>
                  <a:pt x="1529" y="3254"/>
                  <a:pt x="2302" y="3591"/>
                  <a:pt x="3154" y="3591"/>
                </a:cubicBezTo>
                <a:cubicBezTo>
                  <a:pt x="3154" y="3005"/>
                  <a:pt x="3154" y="3005"/>
                  <a:pt x="3154" y="3005"/>
                </a:cubicBezTo>
                <a:cubicBezTo>
                  <a:pt x="3136" y="2990"/>
                  <a:pt x="3113" y="2981"/>
                  <a:pt x="3087" y="2981"/>
                </a:cubicBezTo>
                <a:cubicBezTo>
                  <a:pt x="3026" y="2981"/>
                  <a:pt x="2991" y="3056"/>
                  <a:pt x="2893" y="3056"/>
                </a:cubicBezTo>
                <a:cubicBezTo>
                  <a:pt x="2791" y="3056"/>
                  <a:pt x="2707" y="2973"/>
                  <a:pt x="2707" y="2870"/>
                </a:cubicBezTo>
                <a:cubicBezTo>
                  <a:pt x="2707" y="2768"/>
                  <a:pt x="2791" y="2684"/>
                  <a:pt x="2893" y="2684"/>
                </a:cubicBezTo>
                <a:close/>
              </a:path>
            </a:pathLst>
          </a:custGeom>
          <a:noFill/>
          <a:ln>
            <a:gradFill>
              <a:gsLst>
                <a:gs pos="0">
                  <a:srgbClr val="CA1A69"/>
                </a:gs>
                <a:gs pos="83000">
                  <a:srgbClr val="C83846"/>
                </a:gs>
                <a:gs pos="100000">
                  <a:srgbClr val="DF5653"/>
                </a:gs>
              </a:gsLst>
              <a:lin ang="5400000" scaled="1"/>
            </a:gradFill>
          </a:ln>
        </p:spPr>
        <p:txBody>
          <a:bodyPr vert="horz" wrap="square" lIns="45720" tIns="22860" rIns="45720" bIns="22860" numCol="1" anchor="t" anchorCtr="0" compatLnSpc="1">
            <a:prstTxWarp prst="textNoShape">
              <a:avLst/>
            </a:prstTxWarp>
          </a:bodyPr>
          <a:lstStyle/>
          <a:p>
            <a:pPr>
              <a:defRPr/>
            </a:pPr>
            <a:endParaRPr lang="en-US" dirty="0">
              <a:solidFill>
                <a:srgbClr val="000000"/>
              </a:solidFill>
              <a:latin typeface="Arial" panose="020B0604020202020204" pitchFamily="34" charset="0"/>
              <a:cs typeface="Arial"/>
              <a:sym typeface="Arial"/>
            </a:endParaRPr>
          </a:p>
        </p:txBody>
      </p:sp>
      <p:sp>
        <p:nvSpPr>
          <p:cNvPr id="7" name="Freeform 8">
            <a:extLst>
              <a:ext uri="{FF2B5EF4-FFF2-40B4-BE49-F238E27FC236}">
                <a16:creationId xmlns:a16="http://schemas.microsoft.com/office/drawing/2014/main" id="{1D20294B-42A8-C3F0-7A5A-EE07DF0B9C89}"/>
              </a:ext>
            </a:extLst>
          </p:cNvPr>
          <p:cNvSpPr>
            <a:spLocks/>
          </p:cNvSpPr>
          <p:nvPr/>
        </p:nvSpPr>
        <p:spPr bwMode="auto">
          <a:xfrm>
            <a:off x="6572302" y="1785580"/>
            <a:ext cx="1846322" cy="1615641"/>
          </a:xfrm>
          <a:custGeom>
            <a:avLst/>
            <a:gdLst>
              <a:gd name="T0" fmla="*/ 3154 w 3604"/>
              <a:gd name="T1" fmla="*/ 1375 h 3154"/>
              <a:gd name="T2" fmla="*/ 3154 w 3604"/>
              <a:gd name="T3" fmla="*/ 1375 h 3154"/>
              <a:gd name="T4" fmla="*/ 3154 w 3604"/>
              <a:gd name="T5" fmla="*/ 816 h 3154"/>
              <a:gd name="T6" fmla="*/ 3224 w 3604"/>
              <a:gd name="T7" fmla="*/ 789 h 3154"/>
              <a:gd name="T8" fmla="*/ 3418 w 3604"/>
              <a:gd name="T9" fmla="*/ 865 h 3154"/>
              <a:gd name="T10" fmla="*/ 3604 w 3604"/>
              <a:gd name="T11" fmla="*/ 679 h 3154"/>
              <a:gd name="T12" fmla="*/ 3418 w 3604"/>
              <a:gd name="T13" fmla="*/ 493 h 3154"/>
              <a:gd name="T14" fmla="*/ 3224 w 3604"/>
              <a:gd name="T15" fmla="*/ 568 h 3154"/>
              <a:gd name="T16" fmla="*/ 3154 w 3604"/>
              <a:gd name="T17" fmla="*/ 541 h 3154"/>
              <a:gd name="T18" fmla="*/ 3154 w 3604"/>
              <a:gd name="T19" fmla="*/ 0 h 3154"/>
              <a:gd name="T20" fmla="*/ 965 w 3604"/>
              <a:gd name="T21" fmla="*/ 884 h 3154"/>
              <a:gd name="T22" fmla="*/ 917 w 3604"/>
              <a:gd name="T23" fmla="*/ 856 h 3154"/>
              <a:gd name="T24" fmla="*/ 834 w 3604"/>
              <a:gd name="T25" fmla="*/ 666 h 3154"/>
              <a:gd name="T26" fmla="*/ 571 w 3604"/>
              <a:gd name="T27" fmla="*/ 666 h 3154"/>
              <a:gd name="T28" fmla="*/ 571 w 3604"/>
              <a:gd name="T29" fmla="*/ 929 h 3154"/>
              <a:gd name="T30" fmla="*/ 761 w 3604"/>
              <a:gd name="T31" fmla="*/ 1013 h 3154"/>
              <a:gd name="T32" fmla="*/ 790 w 3604"/>
              <a:gd name="T33" fmla="*/ 1067 h 3154"/>
              <a:gd name="T34" fmla="*/ 0 w 3604"/>
              <a:gd name="T35" fmla="*/ 3154 h 3154"/>
              <a:gd name="T36" fmla="*/ 585 w 3604"/>
              <a:gd name="T37" fmla="*/ 3154 h 3154"/>
              <a:gd name="T38" fmla="*/ 602 w 3604"/>
              <a:gd name="T39" fmla="*/ 3096 h 3154"/>
              <a:gd name="T40" fmla="*/ 527 w 3604"/>
              <a:gd name="T41" fmla="*/ 2902 h 3154"/>
              <a:gd name="T42" fmla="*/ 713 w 3604"/>
              <a:gd name="T43" fmla="*/ 2716 h 3154"/>
              <a:gd name="T44" fmla="*/ 899 w 3604"/>
              <a:gd name="T45" fmla="*/ 2902 h 3154"/>
              <a:gd name="T46" fmla="*/ 824 w 3604"/>
              <a:gd name="T47" fmla="*/ 3096 h 3154"/>
              <a:gd name="T48" fmla="*/ 841 w 3604"/>
              <a:gd name="T49" fmla="*/ 3154 h 3154"/>
              <a:gd name="T50" fmla="*/ 1375 w 3604"/>
              <a:gd name="T51" fmla="*/ 3154 h 3154"/>
              <a:gd name="T52" fmla="*/ 3154 w 3604"/>
              <a:gd name="T53" fmla="*/ 1375 h 3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04" h="3154">
                <a:moveTo>
                  <a:pt x="3154" y="1375"/>
                </a:moveTo>
                <a:cubicBezTo>
                  <a:pt x="3154" y="1375"/>
                  <a:pt x="3154" y="1375"/>
                  <a:pt x="3154" y="1375"/>
                </a:cubicBezTo>
                <a:cubicBezTo>
                  <a:pt x="3154" y="816"/>
                  <a:pt x="3154" y="816"/>
                  <a:pt x="3154" y="816"/>
                </a:cubicBezTo>
                <a:cubicBezTo>
                  <a:pt x="3173" y="800"/>
                  <a:pt x="3197" y="789"/>
                  <a:pt x="3224" y="789"/>
                </a:cubicBezTo>
                <a:cubicBezTo>
                  <a:pt x="3285" y="789"/>
                  <a:pt x="3320" y="865"/>
                  <a:pt x="3418" y="865"/>
                </a:cubicBezTo>
                <a:cubicBezTo>
                  <a:pt x="3520" y="865"/>
                  <a:pt x="3604" y="781"/>
                  <a:pt x="3604" y="679"/>
                </a:cubicBezTo>
                <a:cubicBezTo>
                  <a:pt x="3604" y="576"/>
                  <a:pt x="3520" y="493"/>
                  <a:pt x="3418" y="493"/>
                </a:cubicBezTo>
                <a:cubicBezTo>
                  <a:pt x="3310" y="493"/>
                  <a:pt x="3298" y="568"/>
                  <a:pt x="3224" y="568"/>
                </a:cubicBezTo>
                <a:cubicBezTo>
                  <a:pt x="3197" y="568"/>
                  <a:pt x="3173" y="558"/>
                  <a:pt x="3154" y="541"/>
                </a:cubicBezTo>
                <a:cubicBezTo>
                  <a:pt x="3154" y="0"/>
                  <a:pt x="3154" y="0"/>
                  <a:pt x="3154" y="0"/>
                </a:cubicBezTo>
                <a:cubicBezTo>
                  <a:pt x="2304" y="0"/>
                  <a:pt x="1532" y="337"/>
                  <a:pt x="965" y="884"/>
                </a:cubicBezTo>
                <a:cubicBezTo>
                  <a:pt x="948" y="879"/>
                  <a:pt x="931" y="870"/>
                  <a:pt x="917" y="856"/>
                </a:cubicBezTo>
                <a:cubicBezTo>
                  <a:pt x="865" y="804"/>
                  <a:pt x="910" y="742"/>
                  <a:pt x="834" y="666"/>
                </a:cubicBezTo>
                <a:cubicBezTo>
                  <a:pt x="761" y="593"/>
                  <a:pt x="643" y="593"/>
                  <a:pt x="571" y="666"/>
                </a:cubicBezTo>
                <a:cubicBezTo>
                  <a:pt x="498" y="739"/>
                  <a:pt x="498" y="856"/>
                  <a:pt x="571" y="929"/>
                </a:cubicBezTo>
                <a:cubicBezTo>
                  <a:pt x="640" y="998"/>
                  <a:pt x="718" y="970"/>
                  <a:pt x="761" y="1013"/>
                </a:cubicBezTo>
                <a:cubicBezTo>
                  <a:pt x="776" y="1028"/>
                  <a:pt x="786" y="1047"/>
                  <a:pt x="790" y="1067"/>
                </a:cubicBezTo>
                <a:cubicBezTo>
                  <a:pt x="299" y="1623"/>
                  <a:pt x="0" y="2354"/>
                  <a:pt x="0" y="3154"/>
                </a:cubicBezTo>
                <a:cubicBezTo>
                  <a:pt x="585" y="3154"/>
                  <a:pt x="585" y="3154"/>
                  <a:pt x="585" y="3154"/>
                </a:cubicBezTo>
                <a:cubicBezTo>
                  <a:pt x="596" y="3137"/>
                  <a:pt x="602" y="3117"/>
                  <a:pt x="602" y="3096"/>
                </a:cubicBezTo>
                <a:cubicBezTo>
                  <a:pt x="602" y="3035"/>
                  <a:pt x="527" y="3000"/>
                  <a:pt x="527" y="2902"/>
                </a:cubicBezTo>
                <a:cubicBezTo>
                  <a:pt x="527" y="2799"/>
                  <a:pt x="610" y="2716"/>
                  <a:pt x="713" y="2716"/>
                </a:cubicBezTo>
                <a:cubicBezTo>
                  <a:pt x="816" y="2716"/>
                  <a:pt x="899" y="2799"/>
                  <a:pt x="899" y="2902"/>
                </a:cubicBezTo>
                <a:cubicBezTo>
                  <a:pt x="899" y="3010"/>
                  <a:pt x="824" y="3022"/>
                  <a:pt x="824" y="3096"/>
                </a:cubicBezTo>
                <a:cubicBezTo>
                  <a:pt x="824" y="3117"/>
                  <a:pt x="830" y="3137"/>
                  <a:pt x="841" y="3154"/>
                </a:cubicBezTo>
                <a:cubicBezTo>
                  <a:pt x="1375" y="3154"/>
                  <a:pt x="1375" y="3154"/>
                  <a:pt x="1375" y="3154"/>
                </a:cubicBezTo>
                <a:cubicBezTo>
                  <a:pt x="1375" y="2171"/>
                  <a:pt x="2171" y="1375"/>
                  <a:pt x="3154" y="1375"/>
                </a:cubicBezTo>
                <a:close/>
              </a:path>
            </a:pathLst>
          </a:custGeom>
          <a:noFill/>
          <a:ln>
            <a:gradFill>
              <a:gsLst>
                <a:gs pos="0">
                  <a:srgbClr val="CA1A69"/>
                </a:gs>
                <a:gs pos="83000">
                  <a:srgbClr val="C83846"/>
                </a:gs>
                <a:gs pos="100000">
                  <a:srgbClr val="DF5653"/>
                </a:gs>
              </a:gsLst>
              <a:lin ang="5400000" scaled="1"/>
            </a:gradFill>
          </a:ln>
        </p:spPr>
        <p:txBody>
          <a:bodyPr vert="horz" wrap="square" lIns="45720" tIns="22860" rIns="45720" bIns="22860" numCol="1" anchor="t" anchorCtr="0" compatLnSpc="1">
            <a:prstTxWarp prst="textNoShape">
              <a:avLst/>
            </a:prstTxWarp>
          </a:bodyPr>
          <a:lstStyle/>
          <a:p>
            <a:pPr>
              <a:defRPr/>
            </a:pPr>
            <a:endParaRPr lang="en-US" dirty="0">
              <a:solidFill>
                <a:srgbClr val="000000"/>
              </a:solidFill>
              <a:latin typeface="Arial" panose="020B0604020202020204" pitchFamily="34" charset="0"/>
              <a:cs typeface="Arial"/>
              <a:sym typeface="Arial"/>
            </a:endParaRPr>
          </a:p>
        </p:txBody>
      </p:sp>
      <p:sp>
        <p:nvSpPr>
          <p:cNvPr id="8" name="Текст 77">
            <a:extLst>
              <a:ext uri="{FF2B5EF4-FFF2-40B4-BE49-F238E27FC236}">
                <a16:creationId xmlns:a16="http://schemas.microsoft.com/office/drawing/2014/main" id="{A496F960-89FE-8D07-2A81-DF4AA3C0221D}"/>
              </a:ext>
            </a:extLst>
          </p:cNvPr>
          <p:cNvSpPr txBox="1">
            <a:spLocks/>
          </p:cNvSpPr>
          <p:nvPr/>
        </p:nvSpPr>
        <p:spPr>
          <a:xfrm>
            <a:off x="4969940" y="1355566"/>
            <a:ext cx="1514901" cy="6740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dirty="0"/>
              <a:t>Subtitle 1Subtitle 1</a:t>
            </a:r>
            <a:r>
              <a:rPr lang="ru-RU" dirty="0"/>
              <a:t> </a:t>
            </a:r>
            <a:r>
              <a:rPr lang="en-US" dirty="0"/>
              <a:t>Subtitle 1</a:t>
            </a:r>
            <a:endParaRPr lang="ru-RU" dirty="0"/>
          </a:p>
        </p:txBody>
      </p:sp>
      <p:sp>
        <p:nvSpPr>
          <p:cNvPr id="9" name="Текст 79">
            <a:extLst>
              <a:ext uri="{FF2B5EF4-FFF2-40B4-BE49-F238E27FC236}">
                <a16:creationId xmlns:a16="http://schemas.microsoft.com/office/drawing/2014/main" id="{C9241D1F-9424-9F04-B406-4A28C8B06BFA}"/>
              </a:ext>
            </a:extLst>
          </p:cNvPr>
          <p:cNvSpPr txBox="1">
            <a:spLocks/>
          </p:cNvSpPr>
          <p:nvPr/>
        </p:nvSpPr>
        <p:spPr>
          <a:xfrm>
            <a:off x="4969940" y="2029597"/>
            <a:ext cx="1613501" cy="757130"/>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2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Curabitur</a:t>
            </a:r>
            <a:r>
              <a:rPr lang="en-US" dirty="0"/>
              <a:t> sed</a:t>
            </a:r>
          </a:p>
        </p:txBody>
      </p:sp>
      <p:sp>
        <p:nvSpPr>
          <p:cNvPr id="10" name="Текст 77">
            <a:extLst>
              <a:ext uri="{FF2B5EF4-FFF2-40B4-BE49-F238E27FC236}">
                <a16:creationId xmlns:a16="http://schemas.microsoft.com/office/drawing/2014/main" id="{55B4D42D-FB9C-E4D3-6715-FBEFEB70D351}"/>
              </a:ext>
            </a:extLst>
          </p:cNvPr>
          <p:cNvSpPr txBox="1">
            <a:spLocks/>
          </p:cNvSpPr>
          <p:nvPr/>
        </p:nvSpPr>
        <p:spPr>
          <a:xfrm>
            <a:off x="9879161" y="1355566"/>
            <a:ext cx="1514901" cy="674031"/>
          </a:xfrm>
          <a:prstGeom prst="rect">
            <a:avLst/>
          </a:prstGeom>
        </p:spPr>
        <p:txBody>
          <a:bodyPr vert="horz" wrap="square" lIns="91440" tIns="45720" rIns="91440" bIns="45720" rtlCol="0" anchor="b">
            <a:spAutoFit/>
          </a:bodyPr>
          <a:lstStyle>
            <a:lvl1pPr marL="0" indent="0" algn="ctr" defTabSz="914400" rtl="0" eaLnBrk="1" latinLnBrk="0" hangingPunct="1">
              <a:lnSpc>
                <a:spcPct val="100000"/>
              </a:lnSpc>
              <a:spcBef>
                <a:spcPts val="1000"/>
              </a:spcBef>
              <a:buFont typeface="Arial" panose="020B0604020202020204" pitchFamily="34" charset="0"/>
              <a:buNone/>
              <a:defRPr sz="1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90000"/>
              </a:lnSpc>
              <a:defRPr/>
            </a:pPr>
            <a:r>
              <a:rPr lang="en-US"/>
              <a:t>Subtitle 1Subtitle 1</a:t>
            </a:r>
            <a:r>
              <a:rPr lang="ru-RU"/>
              <a:t> </a:t>
            </a:r>
            <a:r>
              <a:rPr lang="en-US"/>
              <a:t>Subtitle 1</a:t>
            </a:r>
            <a:endParaRPr lang="ru-RU" dirty="0"/>
          </a:p>
        </p:txBody>
      </p:sp>
      <p:sp>
        <p:nvSpPr>
          <p:cNvPr id="11" name="Текст 79">
            <a:extLst>
              <a:ext uri="{FF2B5EF4-FFF2-40B4-BE49-F238E27FC236}">
                <a16:creationId xmlns:a16="http://schemas.microsoft.com/office/drawing/2014/main" id="{953ADA97-0A89-BAA3-8B18-2F227B2273A9}"/>
              </a:ext>
            </a:extLst>
          </p:cNvPr>
          <p:cNvSpPr txBox="1">
            <a:spLocks/>
          </p:cNvSpPr>
          <p:nvPr/>
        </p:nvSpPr>
        <p:spPr>
          <a:xfrm>
            <a:off x="9879161" y="2029597"/>
            <a:ext cx="1613501" cy="757130"/>
          </a:xfrm>
          <a:prstGeom prst="rect">
            <a:avLst/>
          </a:prstGeom>
        </p:spPr>
        <p:txBody>
          <a:bodyPr vert="horz" wrap="square" lIns="91440" tIns="45720" rIns="91440" bIns="45720" rtlCol="0">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2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Curabitur sed</a:t>
            </a:r>
            <a:endParaRPr lang="en-US" dirty="0"/>
          </a:p>
        </p:txBody>
      </p:sp>
      <p:sp>
        <p:nvSpPr>
          <p:cNvPr id="12" name="Текст 77">
            <a:extLst>
              <a:ext uri="{FF2B5EF4-FFF2-40B4-BE49-F238E27FC236}">
                <a16:creationId xmlns:a16="http://schemas.microsoft.com/office/drawing/2014/main" id="{EFE46B13-17F7-F1AC-7FA3-5522DA1A3323}"/>
              </a:ext>
            </a:extLst>
          </p:cNvPr>
          <p:cNvSpPr txBox="1">
            <a:spLocks/>
          </p:cNvSpPr>
          <p:nvPr/>
        </p:nvSpPr>
        <p:spPr>
          <a:xfrm>
            <a:off x="9879161" y="3859310"/>
            <a:ext cx="1514901" cy="6740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a:t>Subtitle 1Subtitle 1</a:t>
            </a:r>
            <a:r>
              <a:rPr lang="ru-RU"/>
              <a:t> </a:t>
            </a:r>
            <a:r>
              <a:rPr lang="en-US"/>
              <a:t>Subtitle 1</a:t>
            </a:r>
            <a:endParaRPr lang="ru-RU" dirty="0"/>
          </a:p>
        </p:txBody>
      </p:sp>
      <p:sp>
        <p:nvSpPr>
          <p:cNvPr id="13" name="Текст 79">
            <a:extLst>
              <a:ext uri="{FF2B5EF4-FFF2-40B4-BE49-F238E27FC236}">
                <a16:creationId xmlns:a16="http://schemas.microsoft.com/office/drawing/2014/main" id="{0EB193C4-2936-6920-8C88-58C25A7C8ECB}"/>
              </a:ext>
            </a:extLst>
          </p:cNvPr>
          <p:cNvSpPr txBox="1">
            <a:spLocks/>
          </p:cNvSpPr>
          <p:nvPr/>
        </p:nvSpPr>
        <p:spPr>
          <a:xfrm>
            <a:off x="9879161" y="4533341"/>
            <a:ext cx="1613501" cy="757130"/>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2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Curabitur sed</a:t>
            </a:r>
            <a:endParaRPr lang="en-US" dirty="0"/>
          </a:p>
        </p:txBody>
      </p:sp>
      <p:sp>
        <p:nvSpPr>
          <p:cNvPr id="14" name="Текст 77">
            <a:extLst>
              <a:ext uri="{FF2B5EF4-FFF2-40B4-BE49-F238E27FC236}">
                <a16:creationId xmlns:a16="http://schemas.microsoft.com/office/drawing/2014/main" id="{FD327D38-6E3F-8BD1-C097-DDEA1D480FE5}"/>
              </a:ext>
            </a:extLst>
          </p:cNvPr>
          <p:cNvSpPr txBox="1">
            <a:spLocks/>
          </p:cNvSpPr>
          <p:nvPr/>
        </p:nvSpPr>
        <p:spPr>
          <a:xfrm>
            <a:off x="4969940" y="3859310"/>
            <a:ext cx="1514901" cy="6740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1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a:t>Subtitle 1Subtitle 1</a:t>
            </a:r>
            <a:r>
              <a:rPr lang="ru-RU"/>
              <a:t> </a:t>
            </a:r>
            <a:r>
              <a:rPr lang="en-US"/>
              <a:t>Subtitle 1</a:t>
            </a:r>
            <a:endParaRPr lang="ru-RU" dirty="0"/>
          </a:p>
        </p:txBody>
      </p:sp>
      <p:sp>
        <p:nvSpPr>
          <p:cNvPr id="15" name="Текст 79">
            <a:extLst>
              <a:ext uri="{FF2B5EF4-FFF2-40B4-BE49-F238E27FC236}">
                <a16:creationId xmlns:a16="http://schemas.microsoft.com/office/drawing/2014/main" id="{CDD1AFA5-80F4-D7C9-64ED-3A6F54DBB731}"/>
              </a:ext>
            </a:extLst>
          </p:cNvPr>
          <p:cNvSpPr txBox="1">
            <a:spLocks/>
          </p:cNvSpPr>
          <p:nvPr/>
        </p:nvSpPr>
        <p:spPr>
          <a:xfrm>
            <a:off x="4969940" y="4533341"/>
            <a:ext cx="1613501" cy="757130"/>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2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Curabitur sed</a:t>
            </a:r>
            <a:endParaRPr lang="en-US" dirty="0"/>
          </a:p>
        </p:txBody>
      </p:sp>
      <p:sp>
        <p:nvSpPr>
          <p:cNvPr id="16" name="Номер слайда 9">
            <a:extLst>
              <a:ext uri="{FF2B5EF4-FFF2-40B4-BE49-F238E27FC236}">
                <a16:creationId xmlns:a16="http://schemas.microsoft.com/office/drawing/2014/main" id="{9288C006-4D53-3AEF-A28D-F6F159AF891B}"/>
              </a:ext>
            </a:extLst>
          </p:cNvPr>
          <p:cNvSpPr txBox="1">
            <a:spLocks/>
          </p:cNvSpPr>
          <p:nvPr/>
        </p:nvSpPr>
        <p:spPr>
          <a:xfrm>
            <a:off x="9277027" y="6356350"/>
            <a:ext cx="2743200" cy="365125"/>
          </a:xfrm>
          <a:prstGeom prst="rect">
            <a:avLst/>
          </a:prstGeom>
        </p:spPr>
        <p:txBody>
          <a:bodyPr vert="horz" lIns="91440" tIns="45720" rIns="91440" bIns="45720" rtlCol="0" anchor="ctr"/>
          <a:lstStyle>
            <a:defPPr>
              <a:defRPr lang="ru-RU"/>
            </a:defPPr>
            <a:lvl1pPr marL="0" algn="r"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85BAB0-D13B-874F-9DE7-A80C7C7F2597}" type="slidenum">
              <a:rPr kumimoji="0" lang="ru-RU"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 name="Текст 1">
            <a:extLst>
              <a:ext uri="{FF2B5EF4-FFF2-40B4-BE49-F238E27FC236}">
                <a16:creationId xmlns:a16="http://schemas.microsoft.com/office/drawing/2014/main" id="{9CDFFC6D-EAD8-9785-326B-FFD57214F990}"/>
              </a:ext>
            </a:extLst>
          </p:cNvPr>
          <p:cNvSpPr>
            <a:spLocks noGrp="1"/>
          </p:cNvSpPr>
          <p:nvPr>
            <p:ph type="body" sz="quarter" idx="23"/>
          </p:nvPr>
        </p:nvSpPr>
        <p:spPr>
          <a:xfrm>
            <a:off x="564502" y="1343758"/>
            <a:ext cx="3295144" cy="954107"/>
          </a:xfrm>
        </p:spPr>
        <p:txBody>
          <a:bodyPr/>
          <a:lstStyle/>
          <a:p>
            <a:pPr algn="l"/>
            <a:r>
              <a:rPr lang="ru-RU" dirty="0"/>
              <a:t>Заголовок с описанием </a:t>
            </a:r>
          </a:p>
        </p:txBody>
      </p:sp>
    </p:spTree>
    <p:extLst>
      <p:ext uri="{BB962C8B-B14F-4D97-AF65-F5344CB8AC3E}">
        <p14:creationId xmlns:p14="http://schemas.microsoft.com/office/powerpoint/2010/main" val="342351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F1CA873D-3C56-E5A3-4521-E6B68C0755FA}"/>
              </a:ext>
            </a:extLst>
          </p:cNvPr>
          <p:cNvSpPr>
            <a:spLocks noGrp="1"/>
          </p:cNvSpPr>
          <p:nvPr>
            <p:ph type="body" sz="quarter" idx="23"/>
          </p:nvPr>
        </p:nvSpPr>
        <p:spPr>
          <a:xfrm>
            <a:off x="1647191" y="2061123"/>
            <a:ext cx="3347888" cy="1200329"/>
          </a:xfrm>
        </p:spPr>
        <p:txBody>
          <a:bodyPr/>
          <a:lstStyle/>
          <a:p>
            <a:pPr algn="l"/>
            <a:r>
              <a:rPr lang="ru-RU" sz="3600" dirty="0"/>
              <a:t>Главный вывод</a:t>
            </a:r>
          </a:p>
        </p:txBody>
      </p:sp>
      <p:sp>
        <p:nvSpPr>
          <p:cNvPr id="3" name="Текст 2">
            <a:extLst>
              <a:ext uri="{FF2B5EF4-FFF2-40B4-BE49-F238E27FC236}">
                <a16:creationId xmlns:a16="http://schemas.microsoft.com/office/drawing/2014/main" id="{76DC5150-0642-83A7-571D-613AB4CA1091}"/>
              </a:ext>
            </a:extLst>
          </p:cNvPr>
          <p:cNvSpPr>
            <a:spLocks noGrp="1"/>
          </p:cNvSpPr>
          <p:nvPr>
            <p:ph type="body" sz="quarter" idx="24"/>
          </p:nvPr>
        </p:nvSpPr>
        <p:spPr>
          <a:xfrm>
            <a:off x="1647191" y="3429000"/>
            <a:ext cx="3634493" cy="313932"/>
          </a:xfrm>
        </p:spPr>
        <p:txBody>
          <a:bodyPr/>
          <a:lstStyle/>
          <a:p>
            <a:r>
              <a:rPr lang="ru-RU" sz="1600" dirty="0"/>
              <a:t>обоснование</a:t>
            </a:r>
          </a:p>
        </p:txBody>
      </p:sp>
      <p:grpSp>
        <p:nvGrpSpPr>
          <p:cNvPr id="5" name="Group 28">
            <a:extLst>
              <a:ext uri="{FF2B5EF4-FFF2-40B4-BE49-F238E27FC236}">
                <a16:creationId xmlns:a16="http://schemas.microsoft.com/office/drawing/2014/main" id="{CCF79DA4-2B21-488F-F6D9-8FBC4F4FAC95}"/>
              </a:ext>
            </a:extLst>
          </p:cNvPr>
          <p:cNvGrpSpPr/>
          <p:nvPr/>
        </p:nvGrpSpPr>
        <p:grpSpPr>
          <a:xfrm>
            <a:off x="7897929" y="4482396"/>
            <a:ext cx="1706238" cy="1706236"/>
            <a:chOff x="7042876" y="4600420"/>
            <a:chExt cx="1706238" cy="1706236"/>
          </a:xfrm>
        </p:grpSpPr>
        <p:sp>
          <p:nvSpPr>
            <p:cNvPr id="6" name="Oval 9">
              <a:extLst>
                <a:ext uri="{FF2B5EF4-FFF2-40B4-BE49-F238E27FC236}">
                  <a16:creationId xmlns:a16="http://schemas.microsoft.com/office/drawing/2014/main" id="{A9F29165-A746-5E0D-4979-A4769DEB91C2}"/>
                </a:ext>
              </a:extLst>
            </p:cNvPr>
            <p:cNvSpPr/>
            <p:nvPr/>
          </p:nvSpPr>
          <p:spPr>
            <a:xfrm>
              <a:off x="7042876" y="4600420"/>
              <a:ext cx="1706238" cy="1706236"/>
            </a:xfrm>
            <a:prstGeom prst="ellipse">
              <a:avLst/>
            </a:prstGeom>
            <a:solidFill>
              <a:schemeClr val="bg1"/>
            </a:solidFill>
            <a:ln w="50800">
              <a:solidFill>
                <a:srgbClr val="EAEAEA"/>
              </a:solidFill>
            </a:ln>
            <a:effectLst>
              <a:outerShdw blurRad="571500" dist="38100" dir="5400000" sx="105000" sy="105000" algn="t"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300" normalizeH="0" baseline="0" noProof="0" dirty="0">
                <a:ln>
                  <a:noFill/>
                </a:ln>
                <a:solidFill>
                  <a:prstClr val="white"/>
                </a:solidFill>
                <a:effectLst/>
                <a:uLnTx/>
                <a:uFillTx/>
                <a:latin typeface="Arial" panose="020B0604020202020204" pitchFamily="34" charset="0"/>
                <a:ea typeface="+mn-ea"/>
                <a:cs typeface="+mn-cs"/>
              </a:endParaRPr>
            </a:p>
          </p:txBody>
        </p:sp>
        <p:sp>
          <p:nvSpPr>
            <p:cNvPr id="7" name="Arc 10">
              <a:extLst>
                <a:ext uri="{FF2B5EF4-FFF2-40B4-BE49-F238E27FC236}">
                  <a16:creationId xmlns:a16="http://schemas.microsoft.com/office/drawing/2014/main" id="{C39D2151-AFF4-6888-AB2B-1DF63E7DDD86}"/>
                </a:ext>
              </a:extLst>
            </p:cNvPr>
            <p:cNvSpPr/>
            <p:nvPr/>
          </p:nvSpPr>
          <p:spPr>
            <a:xfrm>
              <a:off x="7042876" y="4600420"/>
              <a:ext cx="1706238" cy="1706236"/>
            </a:xfrm>
            <a:prstGeom prst="arc">
              <a:avLst>
                <a:gd name="adj1" fmla="val 16200000"/>
                <a:gd name="adj2" fmla="val 1981560"/>
              </a:avLst>
            </a:prstGeom>
            <a:ln w="50800">
              <a:solidFill>
                <a:srgbClr val="121216"/>
              </a:solidFill>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1D1D1D"/>
                </a:solidFill>
                <a:effectLst/>
                <a:uLnTx/>
                <a:uFillTx/>
                <a:latin typeface="Arial" panose="020B0604020202020204" pitchFamily="34" charset="0"/>
                <a:ea typeface="+mn-ea"/>
                <a:cs typeface="+mn-cs"/>
              </a:endParaRPr>
            </a:p>
          </p:txBody>
        </p:sp>
        <p:sp>
          <p:nvSpPr>
            <p:cNvPr id="8" name="TextBox 7">
              <a:extLst>
                <a:ext uri="{FF2B5EF4-FFF2-40B4-BE49-F238E27FC236}">
                  <a16:creationId xmlns:a16="http://schemas.microsoft.com/office/drawing/2014/main" id="{1311E24A-77B8-BD1A-B59D-AEC4F3833822}"/>
                </a:ext>
              </a:extLst>
            </p:cNvPr>
            <p:cNvSpPr txBox="1"/>
            <p:nvPr/>
          </p:nvSpPr>
          <p:spPr>
            <a:xfrm>
              <a:off x="7170783" y="5357635"/>
              <a:ext cx="1455233" cy="394980"/>
            </a:xfrm>
            <a:prstGeom prst="rect">
              <a:avLst/>
            </a:prstGeom>
            <a:noFill/>
            <a:effectLst/>
          </p:spPr>
          <p:txBody>
            <a:bodyPr wrap="square" l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1D1D1D"/>
                  </a:solidFill>
                  <a:effectLst/>
                  <a:uLnTx/>
                  <a:uFillTx/>
                  <a:latin typeface="Arial Black" panose="020B0604020202020204" pitchFamily="34" charset="0"/>
                  <a:cs typeface="Arial Black" panose="020B0604020202020204" pitchFamily="34" charset="0"/>
                </a:rPr>
                <a:t>2010</a:t>
              </a:r>
            </a:p>
          </p:txBody>
        </p:sp>
        <p:sp>
          <p:nvSpPr>
            <p:cNvPr id="9" name="TextBox 8">
              <a:extLst>
                <a:ext uri="{FF2B5EF4-FFF2-40B4-BE49-F238E27FC236}">
                  <a16:creationId xmlns:a16="http://schemas.microsoft.com/office/drawing/2014/main" id="{59AE7C86-216E-416C-882B-2D05C185B771}"/>
                </a:ext>
              </a:extLst>
            </p:cNvPr>
            <p:cNvSpPr txBox="1"/>
            <p:nvPr/>
          </p:nvSpPr>
          <p:spPr>
            <a:xfrm>
              <a:off x="7527959" y="5710862"/>
              <a:ext cx="736070" cy="242567"/>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1D1D1D"/>
                  </a:solidFill>
                  <a:effectLst/>
                  <a:uLnTx/>
                  <a:uFillTx/>
                  <a:latin typeface="Arial" panose="020B0604020202020204" pitchFamily="34" charset="0"/>
                  <a:ea typeface="+mn-ea"/>
                  <a:cs typeface="Arial" panose="020B0604020202020204" pitchFamily="34" charset="0"/>
                </a:rPr>
                <a:t>Steps</a:t>
              </a:r>
            </a:p>
          </p:txBody>
        </p:sp>
        <p:sp>
          <p:nvSpPr>
            <p:cNvPr id="10" name="TextBox 9">
              <a:extLst>
                <a:ext uri="{FF2B5EF4-FFF2-40B4-BE49-F238E27FC236}">
                  <a16:creationId xmlns:a16="http://schemas.microsoft.com/office/drawing/2014/main" id="{B39B0F3B-6209-2CFB-0128-3E02939C952A}"/>
                </a:ext>
              </a:extLst>
            </p:cNvPr>
            <p:cNvSpPr txBox="1"/>
            <p:nvPr/>
          </p:nvSpPr>
          <p:spPr>
            <a:xfrm>
              <a:off x="7527959" y="5040971"/>
              <a:ext cx="736070" cy="242567"/>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Today</a:t>
              </a:r>
            </a:p>
          </p:txBody>
        </p:sp>
      </p:grpSp>
      <p:grpSp>
        <p:nvGrpSpPr>
          <p:cNvPr id="11" name="Group 27">
            <a:extLst>
              <a:ext uri="{FF2B5EF4-FFF2-40B4-BE49-F238E27FC236}">
                <a16:creationId xmlns:a16="http://schemas.microsoft.com/office/drawing/2014/main" id="{CEA529D7-0C36-6A0D-209C-F504FF6490C9}"/>
              </a:ext>
            </a:extLst>
          </p:cNvPr>
          <p:cNvGrpSpPr/>
          <p:nvPr/>
        </p:nvGrpSpPr>
        <p:grpSpPr>
          <a:xfrm>
            <a:off x="5803467" y="579130"/>
            <a:ext cx="3546331" cy="3542342"/>
            <a:chOff x="6900648" y="953063"/>
            <a:chExt cx="2857640" cy="2857636"/>
          </a:xfrm>
        </p:grpSpPr>
        <p:sp>
          <p:nvSpPr>
            <p:cNvPr id="12" name="Oval 15">
              <a:extLst>
                <a:ext uri="{FF2B5EF4-FFF2-40B4-BE49-F238E27FC236}">
                  <a16:creationId xmlns:a16="http://schemas.microsoft.com/office/drawing/2014/main" id="{B25F2352-E5DB-FD38-6BC8-DD277B39FE1A}"/>
                </a:ext>
              </a:extLst>
            </p:cNvPr>
            <p:cNvSpPr/>
            <p:nvPr/>
          </p:nvSpPr>
          <p:spPr>
            <a:xfrm>
              <a:off x="6900649" y="953064"/>
              <a:ext cx="2857638" cy="2857634"/>
            </a:xfrm>
            <a:prstGeom prst="ellipse">
              <a:avLst/>
            </a:prstGeom>
            <a:solidFill>
              <a:schemeClr val="bg1"/>
            </a:solidFill>
            <a:ln w="50800">
              <a:solidFill>
                <a:srgbClr val="EAEAEA"/>
              </a:solidFill>
            </a:ln>
            <a:effectLst>
              <a:outerShdw blurRad="571500" dist="38100" dir="5400000" sx="105000" sy="105000" algn="t"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300" normalizeH="0" baseline="0" noProof="0" dirty="0">
                <a:ln>
                  <a:noFill/>
                </a:ln>
                <a:solidFill>
                  <a:prstClr val="white"/>
                </a:solidFill>
                <a:effectLst/>
                <a:uLnTx/>
                <a:uFillTx/>
                <a:latin typeface="Arial" panose="020B0604020202020204" pitchFamily="34" charset="0"/>
                <a:ea typeface="+mn-ea"/>
                <a:cs typeface="+mn-cs"/>
              </a:endParaRPr>
            </a:p>
          </p:txBody>
        </p:sp>
        <p:sp>
          <p:nvSpPr>
            <p:cNvPr id="13" name="Arc 16">
              <a:extLst>
                <a:ext uri="{FF2B5EF4-FFF2-40B4-BE49-F238E27FC236}">
                  <a16:creationId xmlns:a16="http://schemas.microsoft.com/office/drawing/2014/main" id="{F2D3AA37-532C-D3FA-BB8C-841C5C57B75D}"/>
                </a:ext>
              </a:extLst>
            </p:cNvPr>
            <p:cNvSpPr/>
            <p:nvPr/>
          </p:nvSpPr>
          <p:spPr>
            <a:xfrm>
              <a:off x="6900648" y="953063"/>
              <a:ext cx="2857640" cy="2857636"/>
            </a:xfrm>
            <a:prstGeom prst="arc">
              <a:avLst>
                <a:gd name="adj1" fmla="val 16200000"/>
                <a:gd name="adj2" fmla="val 11652536"/>
              </a:avLst>
            </a:prstGeom>
            <a:ln w="50800">
              <a:solidFill>
                <a:srgbClr val="C00000"/>
              </a:solidFill>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1D1D1D"/>
                </a:solidFill>
                <a:effectLst/>
                <a:uLnTx/>
                <a:uFillTx/>
                <a:latin typeface="Arial" panose="020B0604020202020204" pitchFamily="34" charset="0"/>
                <a:ea typeface="+mn-ea"/>
                <a:cs typeface="+mn-cs"/>
              </a:endParaRPr>
            </a:p>
          </p:txBody>
        </p:sp>
        <p:sp>
          <p:nvSpPr>
            <p:cNvPr id="14" name="TextBox 13">
              <a:extLst>
                <a:ext uri="{FF2B5EF4-FFF2-40B4-BE49-F238E27FC236}">
                  <a16:creationId xmlns:a16="http://schemas.microsoft.com/office/drawing/2014/main" id="{993B977A-50F8-C6CD-79C1-11BBF42098E4}"/>
                </a:ext>
              </a:extLst>
            </p:cNvPr>
            <p:cNvSpPr txBox="1"/>
            <p:nvPr/>
          </p:nvSpPr>
          <p:spPr>
            <a:xfrm>
              <a:off x="7326904" y="2067392"/>
              <a:ext cx="2171700" cy="684907"/>
            </a:xfrm>
            <a:prstGeom prst="rect">
              <a:avLst/>
            </a:prstGeom>
            <a:noFill/>
            <a:effectLst/>
          </p:spPr>
          <p:txBody>
            <a:bodyPr wrap="square" l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6000" b="1" u="none" strike="noStrike" kern="1200" cap="none" spc="0" normalizeH="0" baseline="0" noProof="0" dirty="0">
                  <a:ln>
                    <a:noFill/>
                  </a:ln>
                  <a:solidFill>
                    <a:srgbClr val="1D1D1D"/>
                  </a:solidFill>
                  <a:effectLst/>
                  <a:uLnTx/>
                  <a:uFillTx/>
                  <a:latin typeface="Arial Black" panose="020B0604020202020204" pitchFamily="34" charset="0"/>
                  <a:cs typeface="Arial Black" panose="020B0604020202020204" pitchFamily="34" charset="0"/>
                </a:rPr>
                <a:t>8710</a:t>
              </a:r>
            </a:p>
          </p:txBody>
        </p:sp>
        <p:sp>
          <p:nvSpPr>
            <p:cNvPr id="15" name="TextBox 14">
              <a:extLst>
                <a:ext uri="{FF2B5EF4-FFF2-40B4-BE49-F238E27FC236}">
                  <a16:creationId xmlns:a16="http://schemas.microsoft.com/office/drawing/2014/main" id="{AB5B5035-78A1-3C07-161F-BEA01AC31D08}"/>
                </a:ext>
              </a:extLst>
            </p:cNvPr>
            <p:cNvSpPr txBox="1"/>
            <p:nvPr/>
          </p:nvSpPr>
          <p:spPr>
            <a:xfrm>
              <a:off x="7685138" y="2875834"/>
              <a:ext cx="1455232" cy="242759"/>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1D1D1D"/>
                  </a:solidFill>
                  <a:effectLst/>
                  <a:uLnTx/>
                  <a:uFillTx/>
                  <a:latin typeface="Arial" panose="020B0604020202020204" pitchFamily="34" charset="0"/>
                  <a:ea typeface="+mn-ea"/>
                  <a:cs typeface="Arial" panose="020B0604020202020204" pitchFamily="34" charset="0"/>
                </a:rPr>
                <a:t>Steps</a:t>
              </a:r>
            </a:p>
          </p:txBody>
        </p:sp>
        <p:sp>
          <p:nvSpPr>
            <p:cNvPr id="16" name="TextBox 15">
              <a:extLst>
                <a:ext uri="{FF2B5EF4-FFF2-40B4-BE49-F238E27FC236}">
                  <a16:creationId xmlns:a16="http://schemas.microsoft.com/office/drawing/2014/main" id="{26F6C567-2BD3-84FB-A704-6EA62BB2D056}"/>
                </a:ext>
              </a:extLst>
            </p:cNvPr>
            <p:cNvSpPr txBox="1"/>
            <p:nvPr/>
          </p:nvSpPr>
          <p:spPr>
            <a:xfrm>
              <a:off x="7961433" y="1714076"/>
              <a:ext cx="736070" cy="242567"/>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Today</a:t>
              </a:r>
            </a:p>
          </p:txBody>
        </p:sp>
      </p:grpSp>
      <p:grpSp>
        <p:nvGrpSpPr>
          <p:cNvPr id="17" name="Group 26">
            <a:extLst>
              <a:ext uri="{FF2B5EF4-FFF2-40B4-BE49-F238E27FC236}">
                <a16:creationId xmlns:a16="http://schemas.microsoft.com/office/drawing/2014/main" id="{B1D89A36-AE1E-F72D-C46C-509E3406FF4A}"/>
              </a:ext>
            </a:extLst>
          </p:cNvPr>
          <p:cNvGrpSpPr/>
          <p:nvPr/>
        </p:nvGrpSpPr>
        <p:grpSpPr>
          <a:xfrm>
            <a:off x="9780641" y="2809474"/>
            <a:ext cx="2051362" cy="2051360"/>
            <a:chOff x="8896150" y="3556276"/>
            <a:chExt cx="2051362" cy="2051360"/>
          </a:xfrm>
        </p:grpSpPr>
        <p:sp>
          <p:nvSpPr>
            <p:cNvPr id="18" name="Oval 21">
              <a:extLst>
                <a:ext uri="{FF2B5EF4-FFF2-40B4-BE49-F238E27FC236}">
                  <a16:creationId xmlns:a16="http://schemas.microsoft.com/office/drawing/2014/main" id="{FC07EC48-8274-1634-6FEB-AAF7A3BC0517}"/>
                </a:ext>
              </a:extLst>
            </p:cNvPr>
            <p:cNvSpPr/>
            <p:nvPr/>
          </p:nvSpPr>
          <p:spPr>
            <a:xfrm>
              <a:off x="8896151" y="3556277"/>
              <a:ext cx="2051360" cy="2051358"/>
            </a:xfrm>
            <a:prstGeom prst="ellipse">
              <a:avLst/>
            </a:prstGeom>
            <a:solidFill>
              <a:schemeClr val="bg1"/>
            </a:solidFill>
            <a:ln w="50800">
              <a:solidFill>
                <a:srgbClr val="EAEAEA"/>
              </a:solidFill>
            </a:ln>
            <a:effectLst>
              <a:outerShdw blurRad="571500" dist="38100" dir="5400000" sx="105000" sy="105000" algn="t"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300" normalizeH="0" baseline="0" noProof="0" dirty="0">
                <a:ln>
                  <a:noFill/>
                </a:ln>
                <a:solidFill>
                  <a:prstClr val="white"/>
                </a:solidFill>
                <a:effectLst/>
                <a:uLnTx/>
                <a:uFillTx/>
                <a:latin typeface="Arial" panose="020B0604020202020204" pitchFamily="34" charset="0"/>
                <a:ea typeface="+mn-ea"/>
                <a:cs typeface="+mn-cs"/>
              </a:endParaRPr>
            </a:p>
          </p:txBody>
        </p:sp>
        <p:sp>
          <p:nvSpPr>
            <p:cNvPr id="19" name="Arc 22">
              <a:extLst>
                <a:ext uri="{FF2B5EF4-FFF2-40B4-BE49-F238E27FC236}">
                  <a16:creationId xmlns:a16="http://schemas.microsoft.com/office/drawing/2014/main" id="{652CC74B-698A-FAE6-EB5F-B3DB50CF76C9}"/>
                </a:ext>
              </a:extLst>
            </p:cNvPr>
            <p:cNvSpPr/>
            <p:nvPr/>
          </p:nvSpPr>
          <p:spPr>
            <a:xfrm>
              <a:off x="8896150" y="3556276"/>
              <a:ext cx="2051362" cy="2051360"/>
            </a:xfrm>
            <a:prstGeom prst="arc">
              <a:avLst>
                <a:gd name="adj1" fmla="val 16200000"/>
                <a:gd name="adj2" fmla="val 8491402"/>
              </a:avLst>
            </a:prstGeom>
            <a:ln w="50800">
              <a:solidFill>
                <a:srgbClr val="121216"/>
              </a:solidFill>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1D1D1D"/>
                </a:solidFill>
                <a:effectLst/>
                <a:uLnTx/>
                <a:uFillTx/>
                <a:latin typeface="Arial" panose="020B0604020202020204" pitchFamily="34" charset="0"/>
                <a:ea typeface="+mn-ea"/>
                <a:cs typeface="+mn-cs"/>
              </a:endParaRPr>
            </a:p>
          </p:txBody>
        </p:sp>
        <p:sp>
          <p:nvSpPr>
            <p:cNvPr id="20" name="TextBox 19">
              <a:extLst>
                <a:ext uri="{FF2B5EF4-FFF2-40B4-BE49-F238E27FC236}">
                  <a16:creationId xmlns:a16="http://schemas.microsoft.com/office/drawing/2014/main" id="{8D9C4C26-4DA5-3B3E-6F00-531556983B37}"/>
                </a:ext>
              </a:extLst>
            </p:cNvPr>
            <p:cNvSpPr txBox="1"/>
            <p:nvPr/>
          </p:nvSpPr>
          <p:spPr>
            <a:xfrm>
              <a:off x="9309521" y="4423782"/>
              <a:ext cx="1323953" cy="495905"/>
            </a:xfrm>
            <a:prstGeom prst="rect">
              <a:avLst/>
            </a:prstGeom>
            <a:noFill/>
            <a:effectLst/>
          </p:spPr>
          <p:txBody>
            <a:bodyPr wrap="square" l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1D1D1D"/>
                  </a:solidFill>
                  <a:effectLst/>
                  <a:uLnTx/>
                  <a:uFillTx/>
                  <a:latin typeface="Arial Black" panose="020B0604020202020204" pitchFamily="34" charset="0"/>
                  <a:cs typeface="Arial Black" panose="020B0604020202020204" pitchFamily="34" charset="0"/>
                </a:rPr>
                <a:t>4550</a:t>
              </a:r>
            </a:p>
          </p:txBody>
        </p:sp>
        <p:sp>
          <p:nvSpPr>
            <p:cNvPr id="21" name="TextBox 20">
              <a:extLst>
                <a:ext uri="{FF2B5EF4-FFF2-40B4-BE49-F238E27FC236}">
                  <a16:creationId xmlns:a16="http://schemas.microsoft.com/office/drawing/2014/main" id="{483203DD-BF79-98EA-ECB2-2B80708698F7}"/>
                </a:ext>
              </a:extLst>
            </p:cNvPr>
            <p:cNvSpPr txBox="1"/>
            <p:nvPr/>
          </p:nvSpPr>
          <p:spPr>
            <a:xfrm>
              <a:off x="9309520" y="4810886"/>
              <a:ext cx="1323953" cy="242759"/>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1D1D1D"/>
                  </a:solidFill>
                  <a:effectLst/>
                  <a:uLnTx/>
                  <a:uFillTx/>
                  <a:latin typeface="Arial" panose="020B0604020202020204" pitchFamily="34" charset="0"/>
                  <a:ea typeface="+mn-ea"/>
                  <a:cs typeface="Arial" panose="020B0604020202020204" pitchFamily="34" charset="0"/>
                </a:rPr>
                <a:t>Steps</a:t>
              </a:r>
            </a:p>
          </p:txBody>
        </p:sp>
        <p:sp>
          <p:nvSpPr>
            <p:cNvPr id="22" name="TextBox 21">
              <a:extLst>
                <a:ext uri="{FF2B5EF4-FFF2-40B4-BE49-F238E27FC236}">
                  <a16:creationId xmlns:a16="http://schemas.microsoft.com/office/drawing/2014/main" id="{2353F990-5855-E178-1A64-B82F080D4BA1}"/>
                </a:ext>
              </a:extLst>
            </p:cNvPr>
            <p:cNvSpPr txBox="1"/>
            <p:nvPr/>
          </p:nvSpPr>
          <p:spPr>
            <a:xfrm>
              <a:off x="9649262" y="4135612"/>
              <a:ext cx="550836" cy="242567"/>
            </a:xfrm>
            <a:prstGeom prst="rect">
              <a:avLst/>
            </a:prstGeom>
            <a:noFill/>
            <a:effectLst/>
          </p:spPr>
          <p:txBody>
            <a:bodyPr wrap="square" lIns="0" tIns="0" rIns="9144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u="none" strike="noStrike" kern="1200" cap="none" spc="0" normalizeH="0" baseline="0" noProof="0" dirty="0">
                  <a:ln>
                    <a:noFill/>
                  </a:ln>
                  <a:solidFill>
                    <a:srgbClr val="F44336"/>
                  </a:solidFill>
                  <a:effectLst/>
                  <a:uLnTx/>
                  <a:uFillTx/>
                  <a:latin typeface="Arial" panose="020B0604020202020204" pitchFamily="34" charset="0"/>
                  <a:ea typeface="+mn-ea"/>
                  <a:cs typeface="Arial" panose="020B0604020202020204" pitchFamily="34" charset="0"/>
                </a:rPr>
                <a:t>Today</a:t>
              </a:r>
            </a:p>
          </p:txBody>
        </p:sp>
      </p:grpSp>
      <p:sp>
        <p:nvSpPr>
          <p:cNvPr id="23" name="Номер слайда 9">
            <a:extLst>
              <a:ext uri="{FF2B5EF4-FFF2-40B4-BE49-F238E27FC236}">
                <a16:creationId xmlns:a16="http://schemas.microsoft.com/office/drawing/2014/main" id="{801BC4B9-32D9-7937-40FD-4490E1D0E1EE}"/>
              </a:ext>
            </a:extLst>
          </p:cNvPr>
          <p:cNvSpPr txBox="1">
            <a:spLocks/>
          </p:cNvSpPr>
          <p:nvPr/>
        </p:nvSpPr>
        <p:spPr>
          <a:xfrm>
            <a:off x="9277027" y="6356350"/>
            <a:ext cx="2743200" cy="365125"/>
          </a:xfrm>
          <a:prstGeom prst="rect">
            <a:avLst/>
          </a:prstGeom>
        </p:spPr>
        <p:txBody>
          <a:bodyPr vert="horz" lIns="91440" tIns="45720" rIns="91440" bIns="45720" rtlCol="0" anchor="ctr"/>
          <a:lstStyle>
            <a:defPPr>
              <a:defRPr lang="ru-RU"/>
            </a:defPPr>
            <a:lvl1pPr marL="0" algn="r"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85BAB0-D13B-874F-9DE7-A80C7C7F2597}" type="slidenum">
              <a:rPr kumimoji="0" lang="ru-RU"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87335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FCB2331D-F542-5C61-96EF-8553BE50E016}"/>
              </a:ext>
            </a:extLst>
          </p:cNvPr>
          <p:cNvSpPr>
            <a:spLocks noGrp="1"/>
          </p:cNvSpPr>
          <p:nvPr>
            <p:ph type="body" sz="quarter" idx="23"/>
          </p:nvPr>
        </p:nvSpPr>
        <p:spPr>
          <a:xfrm>
            <a:off x="508504" y="2271481"/>
            <a:ext cx="3030724" cy="1077218"/>
          </a:xfrm>
        </p:spPr>
        <p:txBody>
          <a:bodyPr/>
          <a:lstStyle/>
          <a:p>
            <a:pPr algn="l"/>
            <a:r>
              <a:rPr lang="ru-RU" sz="3200" dirty="0"/>
              <a:t>Заголовок с описанием</a:t>
            </a:r>
          </a:p>
        </p:txBody>
      </p:sp>
      <p:sp>
        <p:nvSpPr>
          <p:cNvPr id="3" name="Текст 2">
            <a:extLst>
              <a:ext uri="{FF2B5EF4-FFF2-40B4-BE49-F238E27FC236}">
                <a16:creationId xmlns:a16="http://schemas.microsoft.com/office/drawing/2014/main" id="{CDC2AA06-4F8D-A76D-E96D-752F2F5B93ED}"/>
              </a:ext>
            </a:extLst>
          </p:cNvPr>
          <p:cNvSpPr>
            <a:spLocks noGrp="1"/>
          </p:cNvSpPr>
          <p:nvPr>
            <p:ph type="body" sz="quarter" idx="25"/>
          </p:nvPr>
        </p:nvSpPr>
        <p:spPr>
          <a:xfrm>
            <a:off x="508504" y="1891004"/>
            <a:ext cx="3634493" cy="286232"/>
          </a:xfrm>
        </p:spPr>
        <p:txBody>
          <a:bodyPr/>
          <a:lstStyle/>
          <a:p>
            <a:r>
              <a:rPr lang="ru-RU" dirty="0"/>
              <a:t>ПОДЗАГОЛОВОК</a:t>
            </a:r>
          </a:p>
        </p:txBody>
      </p:sp>
      <p:cxnSp>
        <p:nvCxnSpPr>
          <p:cNvPr id="7" name="Google Shape;2180;p15">
            <a:extLst>
              <a:ext uri="{FF2B5EF4-FFF2-40B4-BE49-F238E27FC236}">
                <a16:creationId xmlns:a16="http://schemas.microsoft.com/office/drawing/2014/main" id="{54C985B3-B7D6-95A4-E4EE-BAA5CC31BD4A}"/>
              </a:ext>
            </a:extLst>
          </p:cNvPr>
          <p:cNvCxnSpPr>
            <a:cxnSpLocks/>
            <a:stCxn id="11" idx="6"/>
            <a:endCxn id="10" idx="2"/>
          </p:cNvCxnSpPr>
          <p:nvPr/>
        </p:nvCxnSpPr>
        <p:spPr>
          <a:xfrm flipV="1">
            <a:off x="7091221" y="1185296"/>
            <a:ext cx="2036" cy="4575792"/>
          </a:xfrm>
          <a:prstGeom prst="straightConnector1">
            <a:avLst/>
          </a:prstGeom>
          <a:noFill/>
          <a:ln w="12700" cap="flat" cmpd="sng">
            <a:solidFill>
              <a:srgbClr val="C00000"/>
            </a:solidFill>
            <a:prstDash val="solid"/>
            <a:miter lim="800000"/>
            <a:headEnd type="none" w="sm" len="sm"/>
            <a:tailEnd type="none" w="sm" len="sm"/>
          </a:ln>
        </p:spPr>
      </p:cxnSp>
      <p:sp>
        <p:nvSpPr>
          <p:cNvPr id="8" name="Google Shape;2175;p15">
            <a:extLst>
              <a:ext uri="{FF2B5EF4-FFF2-40B4-BE49-F238E27FC236}">
                <a16:creationId xmlns:a16="http://schemas.microsoft.com/office/drawing/2014/main" id="{DFD308BE-BEED-6118-F748-4274A4666AF8}"/>
              </a:ext>
            </a:extLst>
          </p:cNvPr>
          <p:cNvSpPr/>
          <p:nvPr/>
        </p:nvSpPr>
        <p:spPr>
          <a:xfrm rot="16200000">
            <a:off x="7019221" y="2620849"/>
            <a:ext cx="144000" cy="144000"/>
          </a:xfrm>
          <a:prstGeom prst="ellipse">
            <a:avLst/>
          </a:prstGeom>
          <a:solidFill>
            <a:srgbClr val="C00000"/>
          </a:solidFill>
          <a:ln>
            <a:solidFill>
              <a:srgbClr val="C00000"/>
            </a:solid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 name="Google Shape;2176;p15">
            <a:extLst>
              <a:ext uri="{FF2B5EF4-FFF2-40B4-BE49-F238E27FC236}">
                <a16:creationId xmlns:a16="http://schemas.microsoft.com/office/drawing/2014/main" id="{E8E9EE37-C253-F8B2-7F2B-D31F0C94C526}"/>
              </a:ext>
            </a:extLst>
          </p:cNvPr>
          <p:cNvSpPr/>
          <p:nvPr/>
        </p:nvSpPr>
        <p:spPr>
          <a:xfrm rot="16200000">
            <a:off x="7021257" y="4226969"/>
            <a:ext cx="144000" cy="144000"/>
          </a:xfrm>
          <a:prstGeom prst="ellipse">
            <a:avLst/>
          </a:prstGeom>
          <a:solidFill>
            <a:srgbClr val="C00000"/>
          </a:solidFill>
          <a:ln>
            <a:solidFill>
              <a:srgbClr val="C00000"/>
            </a:solid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0" name="Google Shape;2177;p15">
            <a:extLst>
              <a:ext uri="{FF2B5EF4-FFF2-40B4-BE49-F238E27FC236}">
                <a16:creationId xmlns:a16="http://schemas.microsoft.com/office/drawing/2014/main" id="{989E22A0-7988-1EAF-600F-F075DDD75A6B}"/>
              </a:ext>
            </a:extLst>
          </p:cNvPr>
          <p:cNvSpPr/>
          <p:nvPr/>
        </p:nvSpPr>
        <p:spPr>
          <a:xfrm rot="16200000">
            <a:off x="7021257" y="1041296"/>
            <a:ext cx="144000" cy="144000"/>
          </a:xfrm>
          <a:prstGeom prst="ellipse">
            <a:avLst/>
          </a:prstGeom>
          <a:solidFill>
            <a:srgbClr val="C00000"/>
          </a:solidFill>
          <a:ln>
            <a:solidFill>
              <a:srgbClr val="C00000"/>
            </a:solid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1" name="Google Shape;2176;p15">
            <a:extLst>
              <a:ext uri="{FF2B5EF4-FFF2-40B4-BE49-F238E27FC236}">
                <a16:creationId xmlns:a16="http://schemas.microsoft.com/office/drawing/2014/main" id="{BCC37600-671F-4856-3870-1996961D1243}"/>
              </a:ext>
            </a:extLst>
          </p:cNvPr>
          <p:cNvSpPr/>
          <p:nvPr/>
        </p:nvSpPr>
        <p:spPr>
          <a:xfrm rot="16200000">
            <a:off x="7019221" y="5761088"/>
            <a:ext cx="144000" cy="144000"/>
          </a:xfrm>
          <a:prstGeom prst="ellipse">
            <a:avLst/>
          </a:prstGeom>
          <a:solidFill>
            <a:srgbClr val="C00000"/>
          </a:solidFill>
          <a:ln>
            <a:solidFill>
              <a:srgbClr val="C00000"/>
            </a:solid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2" name="Текст 79">
            <a:extLst>
              <a:ext uri="{FF2B5EF4-FFF2-40B4-BE49-F238E27FC236}">
                <a16:creationId xmlns:a16="http://schemas.microsoft.com/office/drawing/2014/main" id="{2C367E01-0EF9-6BA2-28FF-73CF272CE8E6}"/>
              </a:ext>
            </a:extLst>
          </p:cNvPr>
          <p:cNvSpPr txBox="1">
            <a:spLocks/>
          </p:cNvSpPr>
          <p:nvPr/>
        </p:nvSpPr>
        <p:spPr>
          <a:xfrm>
            <a:off x="7334387" y="886155"/>
            <a:ext cx="3388579" cy="480131"/>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Lorem ipsum dolor sit </a:t>
            </a:r>
            <a:r>
              <a:rPr lang="en-US" sz="1400" dirty="0" err="1"/>
              <a:t>amet</a:t>
            </a:r>
            <a:r>
              <a:rPr lang="en-US" sz="1400" dirty="0"/>
              <a:t>, </a:t>
            </a:r>
            <a:r>
              <a:rPr lang="en-US" sz="1400" dirty="0" err="1"/>
              <a:t>consectetur</a:t>
            </a:r>
            <a:r>
              <a:rPr lang="en-US" sz="1400" dirty="0"/>
              <a:t> </a:t>
            </a:r>
            <a:r>
              <a:rPr lang="en-US" sz="1400" dirty="0" err="1"/>
              <a:t>adipiscing</a:t>
            </a:r>
            <a:r>
              <a:rPr lang="en-US" sz="1400" dirty="0"/>
              <a:t> </a:t>
            </a:r>
            <a:r>
              <a:rPr lang="en-US" sz="1400" dirty="0" err="1"/>
              <a:t>elit</a:t>
            </a:r>
            <a:r>
              <a:rPr lang="en-US" sz="1400" dirty="0"/>
              <a:t>. </a:t>
            </a:r>
            <a:r>
              <a:rPr lang="en-US" sz="1400" dirty="0" err="1"/>
              <a:t>Curabitur</a:t>
            </a:r>
            <a:r>
              <a:rPr lang="en-US" sz="1400" dirty="0"/>
              <a:t> sed</a:t>
            </a:r>
          </a:p>
        </p:txBody>
      </p:sp>
      <p:sp>
        <p:nvSpPr>
          <p:cNvPr id="13" name="Текст 79">
            <a:extLst>
              <a:ext uri="{FF2B5EF4-FFF2-40B4-BE49-F238E27FC236}">
                <a16:creationId xmlns:a16="http://schemas.microsoft.com/office/drawing/2014/main" id="{4306D5D8-E52D-1516-C4BD-195BA0E633EB}"/>
              </a:ext>
            </a:extLst>
          </p:cNvPr>
          <p:cNvSpPr txBox="1">
            <a:spLocks/>
          </p:cNvSpPr>
          <p:nvPr/>
        </p:nvSpPr>
        <p:spPr>
          <a:xfrm>
            <a:off x="7334387" y="2347376"/>
            <a:ext cx="3388579" cy="480131"/>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Lorem ipsum dolor sit amet, consectetur adipiscing elit. Curabitur sed</a:t>
            </a:r>
            <a:endParaRPr lang="en-US" sz="1400" dirty="0"/>
          </a:p>
        </p:txBody>
      </p:sp>
      <p:sp>
        <p:nvSpPr>
          <p:cNvPr id="14" name="Текст 79">
            <a:extLst>
              <a:ext uri="{FF2B5EF4-FFF2-40B4-BE49-F238E27FC236}">
                <a16:creationId xmlns:a16="http://schemas.microsoft.com/office/drawing/2014/main" id="{F03A58C7-2508-1682-EF1C-2B392A1DD823}"/>
              </a:ext>
            </a:extLst>
          </p:cNvPr>
          <p:cNvSpPr txBox="1">
            <a:spLocks/>
          </p:cNvSpPr>
          <p:nvPr/>
        </p:nvSpPr>
        <p:spPr>
          <a:xfrm>
            <a:off x="7334387" y="3758588"/>
            <a:ext cx="3388579" cy="480131"/>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Lorem ipsum dolor sit amet, consectetur adipiscing elit. Curabitur sed</a:t>
            </a:r>
            <a:endParaRPr lang="en-US" sz="1400" dirty="0"/>
          </a:p>
        </p:txBody>
      </p:sp>
      <p:sp>
        <p:nvSpPr>
          <p:cNvPr id="15" name="Текст 77">
            <a:extLst>
              <a:ext uri="{FF2B5EF4-FFF2-40B4-BE49-F238E27FC236}">
                <a16:creationId xmlns:a16="http://schemas.microsoft.com/office/drawing/2014/main" id="{6343E65B-117C-D7CC-F8D0-D8CEACB26993}"/>
              </a:ext>
            </a:extLst>
          </p:cNvPr>
          <p:cNvSpPr txBox="1">
            <a:spLocks/>
          </p:cNvSpPr>
          <p:nvPr/>
        </p:nvSpPr>
        <p:spPr>
          <a:xfrm>
            <a:off x="4861138" y="872559"/>
            <a:ext cx="2044845" cy="6463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sz="2000" dirty="0"/>
              <a:t>Subtitle 1Subtitle 1</a:t>
            </a:r>
            <a:endParaRPr lang="ru-RU" sz="2000" dirty="0"/>
          </a:p>
        </p:txBody>
      </p:sp>
      <p:sp>
        <p:nvSpPr>
          <p:cNvPr id="16" name="Текст 77">
            <a:extLst>
              <a:ext uri="{FF2B5EF4-FFF2-40B4-BE49-F238E27FC236}">
                <a16:creationId xmlns:a16="http://schemas.microsoft.com/office/drawing/2014/main" id="{F89CB1DD-E816-05BD-9651-E27EEAF1EDA2}"/>
              </a:ext>
            </a:extLst>
          </p:cNvPr>
          <p:cNvSpPr txBox="1">
            <a:spLocks/>
          </p:cNvSpPr>
          <p:nvPr/>
        </p:nvSpPr>
        <p:spPr>
          <a:xfrm>
            <a:off x="4861138" y="3952404"/>
            <a:ext cx="2044845" cy="6463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sz="2000" dirty="0"/>
              <a:t>Subtitle 1Subtitle 1</a:t>
            </a:r>
            <a:endParaRPr lang="ru-RU" sz="2000" dirty="0"/>
          </a:p>
        </p:txBody>
      </p:sp>
      <p:sp>
        <p:nvSpPr>
          <p:cNvPr id="17" name="Текст 77">
            <a:extLst>
              <a:ext uri="{FF2B5EF4-FFF2-40B4-BE49-F238E27FC236}">
                <a16:creationId xmlns:a16="http://schemas.microsoft.com/office/drawing/2014/main" id="{C53B60A6-AED3-E888-4D5B-D66906543A05}"/>
              </a:ext>
            </a:extLst>
          </p:cNvPr>
          <p:cNvSpPr txBox="1">
            <a:spLocks/>
          </p:cNvSpPr>
          <p:nvPr/>
        </p:nvSpPr>
        <p:spPr>
          <a:xfrm>
            <a:off x="4861138" y="2324694"/>
            <a:ext cx="2044845" cy="6463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sz="2000"/>
              <a:t>Subtitle 1Subtitle 1</a:t>
            </a:r>
            <a:endParaRPr lang="ru-RU" sz="2000" dirty="0"/>
          </a:p>
        </p:txBody>
      </p:sp>
      <p:sp>
        <p:nvSpPr>
          <p:cNvPr id="18" name="Текст 79">
            <a:extLst>
              <a:ext uri="{FF2B5EF4-FFF2-40B4-BE49-F238E27FC236}">
                <a16:creationId xmlns:a16="http://schemas.microsoft.com/office/drawing/2014/main" id="{3AFA6524-7F40-CE46-8EA0-A8F938CEC9C8}"/>
              </a:ext>
            </a:extLst>
          </p:cNvPr>
          <p:cNvSpPr txBox="1">
            <a:spLocks/>
          </p:cNvSpPr>
          <p:nvPr/>
        </p:nvSpPr>
        <p:spPr>
          <a:xfrm>
            <a:off x="7334387" y="5593021"/>
            <a:ext cx="3388579" cy="480131"/>
          </a:xfrm>
          <a:prstGeom prst="rect">
            <a:avLst/>
          </a:prstGeom>
        </p:spPr>
        <p:txBody>
          <a:bodyPr wrap="square">
            <a:spAutoFit/>
          </a:bodyPr>
          <a:lstStyle>
            <a:lvl1pPr marL="0" indent="0" algn="l" defTabSz="914400" rtl="0" eaLnBrk="1" latinLnBrk="0" hangingPunct="1">
              <a:lnSpc>
                <a:spcPct val="90000"/>
              </a:lnSpc>
              <a:spcBef>
                <a:spcPts val="1000"/>
              </a:spcBef>
              <a:spcAft>
                <a:spcPts val="0"/>
              </a:spcAft>
              <a:buFont typeface="Arial" panose="020B0604020202020204" pitchFamily="34" charset="0"/>
              <a:buNone/>
              <a:defRPr sz="1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Lorem ipsum dolor sit </a:t>
            </a:r>
            <a:r>
              <a:rPr lang="en-US" sz="1400" dirty="0" err="1"/>
              <a:t>amet</a:t>
            </a:r>
            <a:r>
              <a:rPr lang="en-US" sz="1400" dirty="0"/>
              <a:t>, </a:t>
            </a:r>
            <a:r>
              <a:rPr lang="en-US" sz="1400" dirty="0" err="1"/>
              <a:t>consectetur</a:t>
            </a:r>
            <a:r>
              <a:rPr lang="en-US" sz="1400" dirty="0"/>
              <a:t> </a:t>
            </a:r>
            <a:r>
              <a:rPr lang="en-US" sz="1400" dirty="0" err="1"/>
              <a:t>adipiscing</a:t>
            </a:r>
            <a:r>
              <a:rPr lang="en-US" sz="1400" dirty="0"/>
              <a:t> </a:t>
            </a:r>
            <a:r>
              <a:rPr lang="en-US" sz="1400" dirty="0" err="1"/>
              <a:t>elit</a:t>
            </a:r>
            <a:r>
              <a:rPr lang="en-US" sz="1400" dirty="0"/>
              <a:t>. </a:t>
            </a:r>
            <a:r>
              <a:rPr lang="en-US" sz="1400" dirty="0" err="1"/>
              <a:t>Curabitur</a:t>
            </a:r>
            <a:r>
              <a:rPr lang="en-US" sz="1400" dirty="0"/>
              <a:t> sed</a:t>
            </a:r>
          </a:p>
        </p:txBody>
      </p:sp>
      <p:sp>
        <p:nvSpPr>
          <p:cNvPr id="19" name="Текст 77">
            <a:extLst>
              <a:ext uri="{FF2B5EF4-FFF2-40B4-BE49-F238E27FC236}">
                <a16:creationId xmlns:a16="http://schemas.microsoft.com/office/drawing/2014/main" id="{390FFB7C-C9A5-8EE9-2A66-9747F15C38FB}"/>
              </a:ext>
            </a:extLst>
          </p:cNvPr>
          <p:cNvSpPr txBox="1">
            <a:spLocks/>
          </p:cNvSpPr>
          <p:nvPr/>
        </p:nvSpPr>
        <p:spPr>
          <a:xfrm>
            <a:off x="4853811" y="5555611"/>
            <a:ext cx="2044845" cy="646331"/>
          </a:xfrm>
          <a:prstGeom prst="rect">
            <a:avLst/>
          </a:prstGeom>
        </p:spPr>
        <p:txBody>
          <a:bodyPr wrap="square" anchor="b">
            <a:spAutoFit/>
          </a:bodyPr>
          <a:lst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1"/>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sz="2000" dirty="0"/>
              <a:t>Subtitle 1Subtitle 1</a:t>
            </a:r>
            <a:endParaRPr lang="ru-RU" sz="2000" dirty="0"/>
          </a:p>
        </p:txBody>
      </p:sp>
      <p:sp>
        <p:nvSpPr>
          <p:cNvPr id="20" name="Номер слайда 9">
            <a:extLst>
              <a:ext uri="{FF2B5EF4-FFF2-40B4-BE49-F238E27FC236}">
                <a16:creationId xmlns:a16="http://schemas.microsoft.com/office/drawing/2014/main" id="{F5A46976-6463-5A15-8BC4-B3640FA49216}"/>
              </a:ext>
            </a:extLst>
          </p:cNvPr>
          <p:cNvSpPr txBox="1">
            <a:spLocks/>
          </p:cNvSpPr>
          <p:nvPr/>
        </p:nvSpPr>
        <p:spPr>
          <a:xfrm>
            <a:off x="9277027" y="6356350"/>
            <a:ext cx="2743200" cy="365125"/>
          </a:xfrm>
          <a:prstGeom prst="rect">
            <a:avLst/>
          </a:prstGeom>
        </p:spPr>
        <p:txBody>
          <a:bodyPr vert="horz" lIns="91440" tIns="45720" rIns="91440" bIns="45720" rtlCol="0" anchor="ctr"/>
          <a:lstStyle>
            <a:defPPr>
              <a:defRPr lang="ru-RU"/>
            </a:defPPr>
            <a:lvl1pPr marL="0" algn="r"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85BAB0-D13B-874F-9DE7-A80C7C7F2597}" type="slidenum">
              <a:rPr kumimoji="0" lang="ru-RU"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Текст 2">
            <a:extLst>
              <a:ext uri="{FF2B5EF4-FFF2-40B4-BE49-F238E27FC236}">
                <a16:creationId xmlns:a16="http://schemas.microsoft.com/office/drawing/2014/main" id="{7A2A62FA-0205-9740-1B78-94121C30C47B}"/>
              </a:ext>
            </a:extLst>
          </p:cNvPr>
          <p:cNvSpPr txBox="1">
            <a:spLocks/>
          </p:cNvSpPr>
          <p:nvPr/>
        </p:nvSpPr>
        <p:spPr>
          <a:xfrm>
            <a:off x="508504" y="3484411"/>
            <a:ext cx="3634493" cy="3139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1600" dirty="0">
                <a:solidFill>
                  <a:schemeClr val="bg1"/>
                </a:solidFill>
              </a:rPr>
              <a:t>Обоснование</a:t>
            </a:r>
          </a:p>
        </p:txBody>
      </p:sp>
    </p:spTree>
    <p:extLst>
      <p:ext uri="{BB962C8B-B14F-4D97-AF65-F5344CB8AC3E}">
        <p14:creationId xmlns:p14="http://schemas.microsoft.com/office/powerpoint/2010/main" val="2124379208"/>
      </p:ext>
    </p:extLst>
  </p:cSld>
  <p:clrMapOvr>
    <a:masterClrMapping/>
  </p:clrMapOvr>
</p:sld>
</file>

<file path=ppt/theme/theme1.xml><?xml version="1.0" encoding="utf-8"?>
<a:theme xmlns:a="http://schemas.openxmlformats.org/drawingml/2006/main" name="Заглавные слайды">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_2025_Corporate_Template_v2" id="{4FA1CA05-D032-F641-8DF2-BF4A04A671DF}" vid="{939A664C-01DA-F24E-BD5D-AC23921E3BBC}"/>
    </a:ext>
  </a:extLst>
</a:theme>
</file>

<file path=ppt/theme/theme2.xml><?xml version="1.0" encoding="utf-8"?>
<a:theme xmlns:a="http://schemas.openxmlformats.org/drawingml/2006/main" name="2_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_2025_Corporate_Template_v2" id="{4FA1CA05-D032-F641-8DF2-BF4A04A671DF}" vid="{82EB09F0-820D-FC4D-B716-E7FF50A58B23}"/>
    </a:ext>
  </a:extLst>
</a:theme>
</file>

<file path=ppt/theme/theme3.xml><?xml version="1.0" encoding="utf-8"?>
<a:theme xmlns:a="http://schemas.openxmlformats.org/drawingml/2006/main" name="Перебивочный слайд">
  <a:themeElements>
    <a:clrScheme name="CL-черный">
      <a:dk1>
        <a:srgbClr val="000000"/>
      </a:dk1>
      <a:lt1>
        <a:srgbClr val="FFFFFF"/>
      </a:lt1>
      <a:dk2>
        <a:srgbClr val="19202C"/>
      </a:dk2>
      <a:lt2>
        <a:srgbClr val="DFE3E4"/>
      </a:lt2>
      <a:accent1>
        <a:srgbClr val="19202C"/>
      </a:accent1>
      <a:accent2>
        <a:srgbClr val="BD0C1E"/>
      </a:accent2>
      <a:accent3>
        <a:srgbClr val="DFE3E4"/>
      </a:accent3>
      <a:accent4>
        <a:srgbClr val="4F5361"/>
      </a:accent4>
      <a:accent5>
        <a:srgbClr val="CC66FF"/>
      </a:accent5>
      <a:accent6>
        <a:srgbClr val="FF9933"/>
      </a:accent6>
      <a:hlink>
        <a:srgbClr val="BD0C1E"/>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chor="t">
        <a:normAutofit/>
      </a:bodyPr>
      <a:lstStyle>
        <a:defPPr marL="0" marR="0" indent="0" algn="l" defTabSz="914400" rtl="0" eaLnBrk="1" fontAlgn="auto" latinLnBrk="0" hangingPunct="1">
          <a:lnSpc>
            <a:spcPct val="90000"/>
          </a:lnSpc>
          <a:spcBef>
            <a:spcPct val="0"/>
          </a:spcBef>
          <a:spcAft>
            <a:spcPts val="0"/>
          </a:spcAft>
          <a:buClrTx/>
          <a:buSzTx/>
          <a:buFontTx/>
          <a:buNone/>
          <a:tabLst/>
          <a:defRPr kumimoji="0" sz="6600" b="1" i="0" u="none" strike="noStrike" kern="1200" cap="none" spc="0" normalizeH="0" baseline="0" noProof="0" dirty="0" smtClean="0">
            <a:ln>
              <a:noFill/>
            </a:ln>
            <a:solidFill>
              <a:schemeClr val="bg1"/>
            </a:solidFill>
            <a:effectLst/>
            <a:uLnTx/>
            <a:uFillTx/>
            <a:latin typeface="Arial Black" panose="020B0604020202020204" pitchFamily="34" charset="0"/>
            <a:ea typeface="+mj-ea"/>
            <a:cs typeface="Arial Black" panose="020B0604020202020204" pitchFamily="34" charset="0"/>
          </a:defRPr>
        </a:defPPr>
      </a:lstStyle>
    </a:txDef>
  </a:objectDefaults>
  <a:extraClrSchemeLst/>
  <a:extLst>
    <a:ext uri="{05A4C25C-085E-4340-85A3-A5531E510DB2}">
      <thm15:themeFamily xmlns:thm15="http://schemas.microsoft.com/office/thememl/2012/main" name="CL_2025_Corporate_Template_v2" id="{4FA1CA05-D032-F641-8DF2-BF4A04A671DF}" vid="{7AAAEC27-2EA2-7E4E-8BDA-264D8D3B6F30}"/>
    </a:ext>
  </a:extLst>
</a:theme>
</file>

<file path=ppt/theme/theme4.xml><?xml version="1.0" encoding="utf-8"?>
<a:theme xmlns:a="http://schemas.openxmlformats.org/drawingml/2006/main" name="16_Специальное оформление">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Основные структуры">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_2025_Corporate_Template_v4" id="{B66B99C3-6F92-7846-B63D-0CE2E2037EF4}" vid="{7C6A80EC-7C0D-384A-838C-3504C1CEDBB5}"/>
    </a:ext>
  </a:extLst>
</a:theme>
</file>

<file path=ppt/theme/theme6.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20881</TotalTime>
  <Words>877</Words>
  <Application>Microsoft Macintosh PowerPoint</Application>
  <PresentationFormat>Широкоэкранный</PresentationFormat>
  <Paragraphs>141</Paragraphs>
  <Slides>17</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5</vt:i4>
      </vt:variant>
      <vt:variant>
        <vt:lpstr>Заголовки слайдов</vt:lpstr>
      </vt:variant>
      <vt:variant>
        <vt:i4>17</vt:i4>
      </vt:variant>
    </vt:vector>
  </HeadingPairs>
  <TitlesOfParts>
    <vt:vector size="26" baseType="lpstr">
      <vt:lpstr>Arial</vt:lpstr>
      <vt:lpstr>Arial Black</vt:lpstr>
      <vt:lpstr>Calibri</vt:lpstr>
      <vt:lpstr>Quattrocento Sans</vt:lpstr>
      <vt:lpstr>Заглавные слайды</vt:lpstr>
      <vt:lpstr>2_Специальное оформление</vt:lpstr>
      <vt:lpstr>Перебивочный слайд</vt:lpstr>
      <vt:lpstr>16_Специальное оформление</vt:lpstr>
      <vt:lpstr>1_Основные структуры</vt:lpstr>
      <vt:lpstr>КОРПОРАТИВНЫЙ ШАБЛОН ДЛЯ ПРЕЗЕНТАЦИЙ</vt:lpstr>
      <vt:lpstr>Как использовать корпоративный шаблон и не словить лосей</vt:lpstr>
      <vt:lpstr>Фирменный логотип компании</vt:lpstr>
      <vt:lpstr>Презентация PowerPoint</vt:lpstr>
      <vt:lpstr>Презентация PowerPoint</vt:lpstr>
      <vt:lpstr>Презентация PowerPoint</vt:lpstr>
      <vt:lpstr>СЛАЙД  РАЗДЕЛИТЕЛЬ</vt:lpstr>
      <vt:lpstr>Презентация PowerPoint</vt:lpstr>
      <vt:lpstr>Два блока</vt:lpstr>
      <vt:lpstr>Два блока</vt:lpstr>
      <vt:lpstr>Презентация PowerPoint</vt:lpstr>
      <vt:lpstr>Три блока</vt:lpstr>
      <vt:lpstr>Презентация PowerPoint</vt:lpstr>
      <vt:lpstr>Цифры проекта</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КОРПОРАТИВНЫЙ ШАБЛОН ДЛЯ ПРЕЗЕНТАЦИЙ</dc:title>
  <dc:creator>Catherine Mikhaylova</dc:creator>
  <cp:lastModifiedBy>Microsoft Office User</cp:lastModifiedBy>
  <cp:revision>62</cp:revision>
  <dcterms:created xsi:type="dcterms:W3CDTF">2025-09-06T09:16:33Z</dcterms:created>
  <dcterms:modified xsi:type="dcterms:W3CDTF">2026-08-02T22:30:30Z</dcterms:modified>
</cp:coreProperties>
</file>